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4"/>
  </p:sldMasterIdLst>
  <p:notesMasterIdLst>
    <p:notesMasterId r:id="rId15"/>
  </p:notesMasterIdLst>
  <p:handoutMasterIdLst>
    <p:handoutMasterId r:id="rId16"/>
  </p:handoutMasterIdLst>
  <p:sldIdLst>
    <p:sldId id="256" r:id="rId5"/>
    <p:sldId id="261" r:id="rId6"/>
    <p:sldId id="265" r:id="rId7"/>
    <p:sldId id="269" r:id="rId8"/>
    <p:sldId id="262" r:id="rId9"/>
    <p:sldId id="271" r:id="rId10"/>
    <p:sldId id="264" r:id="rId11"/>
    <p:sldId id="268" r:id="rId12"/>
    <p:sldId id="263" r:id="rId13"/>
    <p:sldId id="270" r:id="rId14"/>
  </p:sldIdLst>
  <p:sldSz cx="12192000" cy="6858000"/>
  <p:notesSz cx="6858000" cy="9144000"/>
  <p:defaultTextStyle>
    <a:defPPr rtl="0"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68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63A01F2-F536-4A05-A090-192E9C4D4B9E}" type="doc">
      <dgm:prSet loTypeId="urn:microsoft.com/office/officeart/2005/8/layout/b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B3E423E-9A9A-4D06-94B3-4E928505B488}">
      <dgm:prSet phldrT="[Text]" phldr="0"/>
      <dgm:spPr/>
      <dgm:t>
        <a:bodyPr/>
        <a:lstStyle/>
        <a:p>
          <a:pPr rtl="0"/>
          <a:r>
            <a:rPr lang="en-US">
              <a:latin typeface="Gill Sans MT" panose="020B0502020104020203"/>
            </a:rPr>
            <a:t>Create Azure Subscription</a:t>
          </a:r>
          <a:endParaRPr lang="en-US"/>
        </a:p>
      </dgm:t>
    </dgm:pt>
    <dgm:pt modelId="{212A6DD4-5086-4AA8-B24C-37BEC3B5051C}" type="parTrans" cxnId="{CF5BA0B9-8DBB-42DF-8E5E-A196D1327F6B}">
      <dgm:prSet/>
      <dgm:spPr/>
      <dgm:t>
        <a:bodyPr/>
        <a:lstStyle/>
        <a:p>
          <a:endParaRPr lang="en-US"/>
        </a:p>
      </dgm:t>
    </dgm:pt>
    <dgm:pt modelId="{AD6BB82F-FB71-46EF-8F61-DAC755C14212}" type="sibTrans" cxnId="{CF5BA0B9-8DBB-42DF-8E5E-A196D1327F6B}">
      <dgm:prSet/>
      <dgm:spPr/>
      <dgm:t>
        <a:bodyPr/>
        <a:lstStyle/>
        <a:p>
          <a:endParaRPr lang="en-US"/>
        </a:p>
      </dgm:t>
    </dgm:pt>
    <dgm:pt modelId="{8C81FD8B-91A7-4DD9-811F-1B7E670DE897}">
      <dgm:prSet phldrT="[Text]" phldr="0"/>
      <dgm:spPr/>
      <dgm:t>
        <a:bodyPr/>
        <a:lstStyle/>
        <a:p>
          <a:pPr rtl="0"/>
          <a:r>
            <a:rPr lang="en-US">
              <a:latin typeface="Gill Sans MT" panose="020B0502020104020203"/>
            </a:rPr>
            <a:t>Prepare </a:t>
          </a:r>
          <a:r>
            <a:rPr lang="en-US" err="1">
              <a:latin typeface="Gill Sans MT" panose="020B0502020104020203"/>
            </a:rPr>
            <a:t>DevLabs</a:t>
          </a:r>
          <a:endParaRPr lang="en-US"/>
        </a:p>
      </dgm:t>
    </dgm:pt>
    <dgm:pt modelId="{750CA961-957E-4D35-9A92-B543633145B1}" type="parTrans" cxnId="{89879728-9EBB-4080-A08E-3C290BA23BDF}">
      <dgm:prSet/>
      <dgm:spPr/>
      <dgm:t>
        <a:bodyPr/>
        <a:lstStyle/>
        <a:p>
          <a:endParaRPr lang="en-US"/>
        </a:p>
      </dgm:t>
    </dgm:pt>
    <dgm:pt modelId="{6463C078-117C-4E6F-ABB2-13C4EA22DACF}" type="sibTrans" cxnId="{89879728-9EBB-4080-A08E-3C290BA23BDF}">
      <dgm:prSet/>
      <dgm:spPr/>
      <dgm:t>
        <a:bodyPr/>
        <a:lstStyle/>
        <a:p>
          <a:endParaRPr lang="en-US"/>
        </a:p>
      </dgm:t>
    </dgm:pt>
    <dgm:pt modelId="{DF9DD3DB-E49B-4F29-BD55-7EC9D7DBD1FB}">
      <dgm:prSet phldrT="[Text]" phldr="0"/>
      <dgm:spPr/>
      <dgm:t>
        <a:bodyPr/>
        <a:lstStyle/>
        <a:p>
          <a:pPr rtl="0"/>
          <a:r>
            <a:rPr lang="en-US">
              <a:latin typeface="Gill Sans MT" panose="020B0502020104020203"/>
            </a:rPr>
            <a:t>Docker Image Prep</a:t>
          </a:r>
          <a:endParaRPr lang="en-US"/>
        </a:p>
      </dgm:t>
    </dgm:pt>
    <dgm:pt modelId="{607B7A80-E02E-45D0-B670-053503AF13E7}" type="parTrans" cxnId="{3D169DB7-E60D-4C1D-8983-33B56FE4A19A}">
      <dgm:prSet/>
      <dgm:spPr/>
      <dgm:t>
        <a:bodyPr/>
        <a:lstStyle/>
        <a:p>
          <a:endParaRPr lang="en-US"/>
        </a:p>
      </dgm:t>
    </dgm:pt>
    <dgm:pt modelId="{1272A583-175B-43DF-80F2-E917803157EB}" type="sibTrans" cxnId="{3D169DB7-E60D-4C1D-8983-33B56FE4A19A}">
      <dgm:prSet/>
      <dgm:spPr/>
      <dgm:t>
        <a:bodyPr/>
        <a:lstStyle/>
        <a:p>
          <a:endParaRPr lang="en-US"/>
        </a:p>
      </dgm:t>
    </dgm:pt>
    <dgm:pt modelId="{17621943-BFEB-47F9-B101-44C0E38BAFF0}">
      <dgm:prSet phldrT="[Text]" phldr="0"/>
      <dgm:spPr/>
      <dgm:t>
        <a:bodyPr/>
        <a:lstStyle/>
        <a:p>
          <a:pPr rtl="0"/>
          <a:r>
            <a:rPr lang="en-US">
              <a:latin typeface="Gill Sans MT" panose="020B0502020104020203"/>
            </a:rPr>
            <a:t>Push Images to ACR</a:t>
          </a:r>
          <a:endParaRPr lang="en-US"/>
        </a:p>
      </dgm:t>
    </dgm:pt>
    <dgm:pt modelId="{74C3FD9C-AC0C-48E8-82F1-0C96DCB7D31F}" type="parTrans" cxnId="{2CADC167-F6BE-443D-A227-A3CB25ECE314}">
      <dgm:prSet/>
      <dgm:spPr/>
      <dgm:t>
        <a:bodyPr/>
        <a:lstStyle/>
        <a:p>
          <a:endParaRPr lang="en-US"/>
        </a:p>
      </dgm:t>
    </dgm:pt>
    <dgm:pt modelId="{E9BD8473-5534-46D1-8F5F-E1892CC75746}" type="sibTrans" cxnId="{2CADC167-F6BE-443D-A227-A3CB25ECE314}">
      <dgm:prSet/>
      <dgm:spPr/>
      <dgm:t>
        <a:bodyPr/>
        <a:lstStyle/>
        <a:p>
          <a:endParaRPr lang="en-US"/>
        </a:p>
      </dgm:t>
    </dgm:pt>
    <dgm:pt modelId="{3B364B20-BD98-4C23-8EA5-018691998C80}">
      <dgm:prSet phldrT="[Text]" phldr="0"/>
      <dgm:spPr/>
      <dgm:t>
        <a:bodyPr/>
        <a:lstStyle/>
        <a:p>
          <a:pPr rtl="0"/>
          <a:r>
            <a:rPr lang="en-US">
              <a:latin typeface="Gill Sans MT" panose="020B0502020104020203"/>
            </a:rPr>
            <a:t>AKS Setup +DAPR Installation</a:t>
          </a:r>
          <a:endParaRPr lang="en-US"/>
        </a:p>
      </dgm:t>
    </dgm:pt>
    <dgm:pt modelId="{743A0E3A-846C-4858-B5E4-5E52E02479D9}" type="parTrans" cxnId="{264C7665-0A42-47CC-8C26-7D40C2C80799}">
      <dgm:prSet/>
      <dgm:spPr/>
      <dgm:t>
        <a:bodyPr/>
        <a:lstStyle/>
        <a:p>
          <a:endParaRPr lang="en-US"/>
        </a:p>
      </dgm:t>
    </dgm:pt>
    <dgm:pt modelId="{1A83F59E-8DBB-4B86-8A81-D6AD86524291}" type="sibTrans" cxnId="{264C7665-0A42-47CC-8C26-7D40C2C80799}">
      <dgm:prSet/>
      <dgm:spPr/>
      <dgm:t>
        <a:bodyPr/>
        <a:lstStyle/>
        <a:p>
          <a:endParaRPr lang="en-US"/>
        </a:p>
      </dgm:t>
    </dgm:pt>
    <dgm:pt modelId="{79DB326A-8AFF-4AB9-B620-56F0CEC61239}">
      <dgm:prSet phldrT="[Text]" phldr="0"/>
      <dgm:spPr/>
      <dgm:t>
        <a:bodyPr/>
        <a:lstStyle/>
        <a:p>
          <a:pPr rtl="0"/>
          <a:r>
            <a:rPr lang="en-US">
              <a:latin typeface="Gill Sans MT" panose="020B0502020104020203"/>
            </a:rPr>
            <a:t>Resource creation </a:t>
          </a:r>
          <a:endParaRPr lang="en-US"/>
        </a:p>
      </dgm:t>
    </dgm:pt>
    <dgm:pt modelId="{9AEF3684-53EA-41A8-99FA-BD2CE4FCEE6C}" type="parTrans" cxnId="{3F5A2C21-3ED5-4D07-81EC-F2106D2B9B05}">
      <dgm:prSet/>
      <dgm:spPr/>
      <dgm:t>
        <a:bodyPr/>
        <a:lstStyle/>
        <a:p>
          <a:endParaRPr lang="en-US"/>
        </a:p>
      </dgm:t>
    </dgm:pt>
    <dgm:pt modelId="{0F9766B7-64D3-4E3B-A5CC-BF0AB825200D}" type="sibTrans" cxnId="{3F5A2C21-3ED5-4D07-81EC-F2106D2B9B05}">
      <dgm:prSet/>
      <dgm:spPr/>
      <dgm:t>
        <a:bodyPr/>
        <a:lstStyle/>
        <a:p>
          <a:endParaRPr lang="en-US"/>
        </a:p>
      </dgm:t>
    </dgm:pt>
    <dgm:pt modelId="{E93365EA-1B91-40C2-9F1C-E888D5734996}">
      <dgm:prSet phldrT="[Text]" phldr="0"/>
      <dgm:spPr/>
      <dgm:t>
        <a:bodyPr/>
        <a:lstStyle/>
        <a:p>
          <a:r>
            <a:rPr lang="en-US" err="1">
              <a:latin typeface="Gill Sans MT" panose="020B0502020104020203"/>
            </a:rPr>
            <a:t>CosmosDB</a:t>
          </a:r>
          <a:endParaRPr lang="en-US" err="1"/>
        </a:p>
      </dgm:t>
    </dgm:pt>
    <dgm:pt modelId="{C31007A0-2DD4-42E0-8DE7-C85D8474B25A}" type="parTrans" cxnId="{905E9A4F-18F4-4408-929B-C98DC1AE8138}">
      <dgm:prSet/>
      <dgm:spPr/>
      <dgm:t>
        <a:bodyPr/>
        <a:lstStyle/>
        <a:p>
          <a:endParaRPr lang="en-US"/>
        </a:p>
      </dgm:t>
    </dgm:pt>
    <dgm:pt modelId="{9593D9A4-B20F-4999-B6EF-61E2BC11B1E4}" type="sibTrans" cxnId="{905E9A4F-18F4-4408-929B-C98DC1AE8138}">
      <dgm:prSet/>
      <dgm:spPr/>
      <dgm:t>
        <a:bodyPr/>
        <a:lstStyle/>
        <a:p>
          <a:endParaRPr lang="en-US"/>
        </a:p>
      </dgm:t>
    </dgm:pt>
    <dgm:pt modelId="{254ADCCB-55E7-4BEF-9401-5377D11ED5BC}">
      <dgm:prSet phldrT="[Text]" phldr="0"/>
      <dgm:spPr/>
      <dgm:t>
        <a:bodyPr/>
        <a:lstStyle/>
        <a:p>
          <a:r>
            <a:rPr lang="en-US">
              <a:latin typeface="Gill Sans MT" panose="020B0502020104020203"/>
            </a:rPr>
            <a:t>Storage</a:t>
          </a:r>
          <a:endParaRPr lang="en-US"/>
        </a:p>
      </dgm:t>
    </dgm:pt>
    <dgm:pt modelId="{07C8D1AE-95ED-4A35-BA8E-CE7C8470DF55}" type="parTrans" cxnId="{23CD89ED-43DA-4508-BEC9-749B29F7677C}">
      <dgm:prSet/>
      <dgm:spPr/>
      <dgm:t>
        <a:bodyPr/>
        <a:lstStyle/>
        <a:p>
          <a:endParaRPr lang="en-US"/>
        </a:p>
      </dgm:t>
    </dgm:pt>
    <dgm:pt modelId="{84A8F56E-8DD4-4D02-B568-D3D48123D30F}" type="sibTrans" cxnId="{23CD89ED-43DA-4508-BEC9-749B29F7677C}">
      <dgm:prSet/>
      <dgm:spPr/>
      <dgm:t>
        <a:bodyPr/>
        <a:lstStyle/>
        <a:p>
          <a:endParaRPr lang="en-US"/>
        </a:p>
      </dgm:t>
    </dgm:pt>
    <dgm:pt modelId="{639388EE-B172-4BC2-9679-CC41E47B4F51}">
      <dgm:prSet phldrT="[Text]" phldr="0"/>
      <dgm:spPr/>
      <dgm:t>
        <a:bodyPr/>
        <a:lstStyle/>
        <a:p>
          <a:pPr rtl="0"/>
          <a:r>
            <a:rPr lang="en-US" err="1">
              <a:latin typeface="Gill Sans MT" panose="020B0502020104020203"/>
            </a:rPr>
            <a:t>Servicebus</a:t>
          </a:r>
          <a:endParaRPr lang="en-US" err="1"/>
        </a:p>
      </dgm:t>
    </dgm:pt>
    <dgm:pt modelId="{0B0217DB-E590-4F8E-AB2E-C4D02BAF6765}" type="parTrans" cxnId="{CAF42E2E-D5C3-458B-AE07-AD3D49124023}">
      <dgm:prSet/>
      <dgm:spPr/>
      <dgm:t>
        <a:bodyPr/>
        <a:lstStyle/>
        <a:p>
          <a:endParaRPr lang="en-US"/>
        </a:p>
      </dgm:t>
    </dgm:pt>
    <dgm:pt modelId="{09603E6F-9A6E-4BFD-B00F-20124A355707}" type="sibTrans" cxnId="{CAF42E2E-D5C3-458B-AE07-AD3D49124023}">
      <dgm:prSet/>
      <dgm:spPr/>
      <dgm:t>
        <a:bodyPr/>
        <a:lstStyle/>
        <a:p>
          <a:endParaRPr lang="en-US"/>
        </a:p>
      </dgm:t>
    </dgm:pt>
    <dgm:pt modelId="{A7129C64-01F3-4C9D-9A2F-3ABD259F7117}">
      <dgm:prSet phldr="0"/>
      <dgm:spPr/>
      <dgm:t>
        <a:bodyPr/>
        <a:lstStyle/>
        <a:p>
          <a:r>
            <a:rPr lang="en-US" err="1">
              <a:latin typeface="Gill Sans MT" panose="020B0502020104020203"/>
            </a:rPr>
            <a:t>CustomVision</a:t>
          </a:r>
        </a:p>
      </dgm:t>
    </dgm:pt>
    <dgm:pt modelId="{E385E6F7-F2AD-44CD-A32F-D9EA79BCC4E3}" type="parTrans" cxnId="{FE39FC87-9A0C-4368-A66C-374DB3A46B04}">
      <dgm:prSet/>
      <dgm:spPr/>
    </dgm:pt>
    <dgm:pt modelId="{A7D70EE1-9401-4747-B039-DEC63334D56A}" type="sibTrans" cxnId="{FE39FC87-9A0C-4368-A66C-374DB3A46B04}">
      <dgm:prSet/>
      <dgm:spPr/>
    </dgm:pt>
    <dgm:pt modelId="{D963E6B5-E01C-4ABB-8535-74CC575854DC}">
      <dgm:prSet phldr="0"/>
      <dgm:spPr/>
      <dgm:t>
        <a:bodyPr/>
        <a:lstStyle/>
        <a:p>
          <a:r>
            <a:rPr lang="en-US">
              <a:solidFill>
                <a:schemeClr val="bg1"/>
              </a:solidFill>
              <a:latin typeface="Gill Sans MT" panose="020B0502020104020203"/>
            </a:rPr>
            <a:t>Adjust </a:t>
          </a:r>
          <a:r>
            <a:rPr lang="en-US" err="1">
              <a:solidFill>
                <a:schemeClr val="bg1"/>
              </a:solidFill>
              <a:latin typeface="Gill Sans MT" panose="020B0502020104020203"/>
            </a:rPr>
            <a:t>config.bicep</a:t>
          </a:r>
          <a:r>
            <a:rPr lang="en-US">
              <a:solidFill>
                <a:schemeClr val="bg1"/>
              </a:solidFill>
              <a:latin typeface="Gill Sans MT" panose="020B0502020104020203"/>
            </a:rPr>
            <a:t> and deploy</a:t>
          </a:r>
          <a:endParaRPr lang="en-US">
            <a:solidFill>
              <a:schemeClr val="bg1"/>
            </a:solidFill>
          </a:endParaRPr>
        </a:p>
      </dgm:t>
    </dgm:pt>
    <dgm:pt modelId="{894C8909-4294-46DC-952F-291EB20FBA65}" type="parTrans" cxnId="{8367D307-E29A-4DF8-89AA-CAE4E9B196BD}">
      <dgm:prSet/>
      <dgm:spPr/>
    </dgm:pt>
    <dgm:pt modelId="{24F87192-AF80-44EA-9559-7A710DC81C81}" type="sibTrans" cxnId="{8367D307-E29A-4DF8-89AA-CAE4E9B196BD}">
      <dgm:prSet/>
      <dgm:spPr/>
    </dgm:pt>
    <dgm:pt modelId="{C0F5514F-C6B7-44F7-8F46-D614ECAE561E}">
      <dgm:prSet phldr="0"/>
      <dgm:spPr/>
      <dgm:t>
        <a:bodyPr/>
        <a:lstStyle/>
        <a:p>
          <a:pPr rtl="0"/>
          <a:r>
            <a:rPr lang="en-US">
              <a:latin typeface="Gill Sans MT" panose="020B0502020104020203"/>
            </a:rPr>
            <a:t>ACR Setup</a:t>
          </a:r>
        </a:p>
      </dgm:t>
    </dgm:pt>
    <dgm:pt modelId="{FCA7753F-629A-4C6B-9C84-A1AD96911CA5}" type="parTrans" cxnId="{930FA4BD-CC38-4FC9-9C40-587662B97A92}">
      <dgm:prSet/>
      <dgm:spPr/>
    </dgm:pt>
    <dgm:pt modelId="{5B5A9EB9-524A-4B75-9540-C939CA2DCCB8}" type="sibTrans" cxnId="{930FA4BD-CC38-4FC9-9C40-587662B97A92}">
      <dgm:prSet/>
      <dgm:spPr/>
    </dgm:pt>
    <dgm:pt modelId="{D4433EDD-E4FA-4CEA-BEEB-492A4F205E8B}">
      <dgm:prSet phldr="0"/>
      <dgm:spPr/>
      <dgm:t>
        <a:bodyPr/>
        <a:lstStyle/>
        <a:p>
          <a:pPr rtl="0"/>
          <a:r>
            <a:rPr lang="en-US">
              <a:latin typeface="Gill Sans MT" panose="020B0502020104020203"/>
            </a:rPr>
            <a:t>Deploy .yaml-files</a:t>
          </a:r>
        </a:p>
      </dgm:t>
    </dgm:pt>
    <dgm:pt modelId="{77AE0CDA-3A58-4496-825D-A548A526B0C1}" type="parTrans" cxnId="{6F4F47DE-99C2-4CF8-8AEA-4C425F7F427A}">
      <dgm:prSet/>
      <dgm:spPr/>
    </dgm:pt>
    <dgm:pt modelId="{7D898A51-6C6F-40AD-9ED6-B7B38A40C8BA}" type="sibTrans" cxnId="{6F4F47DE-99C2-4CF8-8AEA-4C425F7F427A}">
      <dgm:prSet/>
      <dgm:spPr/>
    </dgm:pt>
    <dgm:pt modelId="{6F10999E-FD01-4DF3-A08B-5FBFBAAEE0F8}">
      <dgm:prSet phldr="0"/>
      <dgm:spPr/>
      <dgm:t>
        <a:bodyPr/>
        <a:lstStyle/>
        <a:p>
          <a:pPr rtl="0"/>
          <a:r>
            <a:rPr lang="en-US">
              <a:latin typeface="Gill Sans MT" panose="020B0502020104020203"/>
            </a:rPr>
            <a:t>Upload 5 same dog-images</a:t>
          </a:r>
        </a:p>
      </dgm:t>
    </dgm:pt>
    <dgm:pt modelId="{1A022EFF-28E3-4223-A266-B13AB896CF91}" type="parTrans" cxnId="{D19D9A4C-3D49-4BF7-B613-E4CFF9891E50}">
      <dgm:prSet/>
      <dgm:spPr/>
    </dgm:pt>
    <dgm:pt modelId="{1190B2C6-6E67-46C0-87B1-F15E9DE08DD5}" type="sibTrans" cxnId="{D19D9A4C-3D49-4BF7-B613-E4CFF9891E50}">
      <dgm:prSet/>
      <dgm:spPr/>
    </dgm:pt>
    <dgm:pt modelId="{70B4EEDF-E680-4407-9A38-FCB23F3A37B9}">
      <dgm:prSet phldr="0"/>
      <dgm:spPr/>
      <dgm:t>
        <a:bodyPr/>
        <a:lstStyle/>
        <a:p>
          <a:pPr rtl="0"/>
          <a:r>
            <a:rPr lang="en-US">
              <a:latin typeface="Gill Sans MT" panose="020B0502020104020203"/>
            </a:rPr>
            <a:t>Start Training</a:t>
          </a:r>
        </a:p>
      </dgm:t>
    </dgm:pt>
    <dgm:pt modelId="{B204217E-68BE-4A23-8CCC-800C5883E857}" type="parTrans" cxnId="{C16923CC-2B1C-4E2A-A2C5-3AFC49B74FE4}">
      <dgm:prSet/>
      <dgm:spPr/>
    </dgm:pt>
    <dgm:pt modelId="{27F7A3F2-A313-495D-A13F-8605B4A1BAF6}" type="sibTrans" cxnId="{C16923CC-2B1C-4E2A-A2C5-3AFC49B74FE4}">
      <dgm:prSet/>
      <dgm:spPr/>
    </dgm:pt>
    <dgm:pt modelId="{DEFF7908-D7C8-4B03-99EA-5E3AFA2E6DCC}">
      <dgm:prSet phldr="0"/>
      <dgm:spPr/>
      <dgm:t>
        <a:bodyPr/>
        <a:lstStyle/>
        <a:p>
          <a:pPr rtl="0"/>
          <a:r>
            <a:rPr lang="en-US">
              <a:latin typeface="Gill Sans MT" panose="020B0502020104020203"/>
            </a:rPr>
            <a:t>Publish the Iteration manually</a:t>
          </a:r>
        </a:p>
      </dgm:t>
    </dgm:pt>
    <dgm:pt modelId="{8CAE39B0-8566-4D4E-A8B1-E654BF0CC089}" type="parTrans" cxnId="{5E11F4BD-54C8-4056-9BB7-7C8F38380A20}">
      <dgm:prSet/>
      <dgm:spPr/>
    </dgm:pt>
    <dgm:pt modelId="{45F46F41-EB45-4838-BD8C-F3C98E4371FB}" type="sibTrans" cxnId="{5E11F4BD-54C8-4056-9BB7-7C8F38380A20}">
      <dgm:prSet/>
      <dgm:spPr/>
    </dgm:pt>
    <dgm:pt modelId="{C94998EC-3E73-4E1D-85A3-26ECA6F81752}">
      <dgm:prSet phldr="0"/>
      <dgm:spPr/>
      <dgm:t>
        <a:bodyPr/>
        <a:lstStyle/>
        <a:p>
          <a:pPr rtl="0"/>
          <a:r>
            <a:rPr lang="en-US">
              <a:latin typeface="Gill Sans MT" panose="020B0502020104020203"/>
            </a:rPr>
            <a:t>Validation by using Found Pet</a:t>
          </a:r>
        </a:p>
      </dgm:t>
    </dgm:pt>
    <dgm:pt modelId="{471C03E0-EC87-4F93-B7EC-19B408E1C6D0}" type="parTrans" cxnId="{EC781D06-5099-4715-9568-465391FB2203}">
      <dgm:prSet/>
      <dgm:spPr/>
    </dgm:pt>
    <dgm:pt modelId="{87E06B97-D8A3-4F7E-A772-6D620D133F33}" type="sibTrans" cxnId="{EC781D06-5099-4715-9568-465391FB2203}">
      <dgm:prSet/>
      <dgm:spPr/>
    </dgm:pt>
    <dgm:pt modelId="{D250ABDD-427F-487D-A606-F2D828FD3539}">
      <dgm:prSet phldr="0"/>
      <dgm:spPr/>
      <dgm:t>
        <a:bodyPr/>
        <a:lstStyle/>
        <a:p>
          <a:pPr rtl="0"/>
          <a:r>
            <a:rPr lang="en-US">
              <a:solidFill>
                <a:srgbClr val="444444"/>
              </a:solidFill>
              <a:latin typeface="Calibri"/>
              <a:ea typeface="Calibri"/>
              <a:cs typeface="Calibri"/>
            </a:rPr>
            <a:t>Adjust app.bicep and deploy</a:t>
          </a:r>
        </a:p>
      </dgm:t>
    </dgm:pt>
    <dgm:pt modelId="{35E45074-CA43-4C09-AD6B-33385335B244}" type="parTrans" cxnId="{F86A1652-7D98-4C78-87C2-88B49DE771DF}">
      <dgm:prSet/>
      <dgm:spPr/>
    </dgm:pt>
    <dgm:pt modelId="{177200E8-4F19-4FD4-BD83-F29E6768F0C6}" type="sibTrans" cxnId="{F86A1652-7D98-4C78-87C2-88B49DE771DF}">
      <dgm:prSet/>
      <dgm:spPr/>
    </dgm:pt>
    <dgm:pt modelId="{9F2EEADC-3A54-4CDB-AD5F-BA806F2A119E}">
      <dgm:prSet phldr="0"/>
      <dgm:spPr/>
      <dgm:t>
        <a:bodyPr/>
        <a:lstStyle/>
        <a:p>
          <a:pPr rtl="0"/>
          <a:r>
            <a:rPr lang="en-US">
              <a:latin typeface="Gill Sans MT" panose="020B0502020104020203"/>
            </a:rPr>
            <a:t>Ingress Setup</a:t>
          </a:r>
        </a:p>
      </dgm:t>
    </dgm:pt>
    <dgm:pt modelId="{139DC9BF-F34F-4139-8EA2-7B697B440501}" type="parTrans" cxnId="{6252CCF2-5DBA-474F-8BEC-03388F051A13}">
      <dgm:prSet/>
      <dgm:spPr/>
    </dgm:pt>
    <dgm:pt modelId="{179149B0-B921-4481-9780-4CCC7BE36E9F}" type="sibTrans" cxnId="{6252CCF2-5DBA-474F-8BEC-03388F051A13}">
      <dgm:prSet/>
      <dgm:spPr/>
    </dgm:pt>
    <dgm:pt modelId="{D6E3E720-0754-4B40-BC3E-52EB37CB67E5}" type="pres">
      <dgm:prSet presAssocID="{863A01F2-F536-4A05-A090-192E9C4D4B9E}" presName="Name0" presStyleCnt="0">
        <dgm:presLayoutVars>
          <dgm:dir/>
          <dgm:resizeHandles/>
        </dgm:presLayoutVars>
      </dgm:prSet>
      <dgm:spPr/>
    </dgm:pt>
    <dgm:pt modelId="{0DAA0E52-10C4-49DE-AE40-15ACC2F01631}" type="pres">
      <dgm:prSet presAssocID="{9B3E423E-9A9A-4D06-94B3-4E928505B488}" presName="compNode" presStyleCnt="0"/>
      <dgm:spPr/>
    </dgm:pt>
    <dgm:pt modelId="{B27A2D90-EC45-4547-B059-E9EAF68FE8A2}" type="pres">
      <dgm:prSet presAssocID="{9B3E423E-9A9A-4D06-94B3-4E928505B488}" presName="dummyConnPt" presStyleCnt="0"/>
      <dgm:spPr/>
    </dgm:pt>
    <dgm:pt modelId="{5087189C-0382-433D-A705-5C907AB50F42}" type="pres">
      <dgm:prSet presAssocID="{9B3E423E-9A9A-4D06-94B3-4E928505B488}" presName="node" presStyleLbl="node1" presStyleIdx="0" presStyleCnt="15">
        <dgm:presLayoutVars>
          <dgm:bulletEnabled val="1"/>
        </dgm:presLayoutVars>
      </dgm:prSet>
      <dgm:spPr/>
    </dgm:pt>
    <dgm:pt modelId="{96BC0DA4-0F87-402F-BFA7-70792D2E2927}" type="pres">
      <dgm:prSet presAssocID="{AD6BB82F-FB71-46EF-8F61-DAC755C14212}" presName="sibTrans" presStyleLbl="bgSibTrans2D1" presStyleIdx="0" presStyleCnt="14"/>
      <dgm:spPr/>
    </dgm:pt>
    <dgm:pt modelId="{603774E4-E5AF-4994-A2CD-F548A9636B9D}" type="pres">
      <dgm:prSet presAssocID="{8C81FD8B-91A7-4DD9-811F-1B7E670DE897}" presName="compNode" presStyleCnt="0"/>
      <dgm:spPr/>
    </dgm:pt>
    <dgm:pt modelId="{FB05F453-3491-4F8D-829C-D561722A7DBF}" type="pres">
      <dgm:prSet presAssocID="{8C81FD8B-91A7-4DD9-811F-1B7E670DE897}" presName="dummyConnPt" presStyleCnt="0"/>
      <dgm:spPr/>
    </dgm:pt>
    <dgm:pt modelId="{042E1ADF-BBDB-4D98-8568-B38477D6DC74}" type="pres">
      <dgm:prSet presAssocID="{8C81FD8B-91A7-4DD9-811F-1B7E670DE897}" presName="node" presStyleLbl="node1" presStyleIdx="1" presStyleCnt="15">
        <dgm:presLayoutVars>
          <dgm:bulletEnabled val="1"/>
        </dgm:presLayoutVars>
      </dgm:prSet>
      <dgm:spPr/>
    </dgm:pt>
    <dgm:pt modelId="{8894141C-17BA-48E2-A138-348373307C94}" type="pres">
      <dgm:prSet presAssocID="{6463C078-117C-4E6F-ABB2-13C4EA22DACF}" presName="sibTrans" presStyleLbl="bgSibTrans2D1" presStyleIdx="1" presStyleCnt="14"/>
      <dgm:spPr/>
    </dgm:pt>
    <dgm:pt modelId="{CEA77FCE-E5F1-4209-98AF-406085E02D29}" type="pres">
      <dgm:prSet presAssocID="{C0F5514F-C6B7-44F7-8F46-D614ECAE561E}" presName="compNode" presStyleCnt="0"/>
      <dgm:spPr/>
    </dgm:pt>
    <dgm:pt modelId="{586D49FD-BF05-4B70-A03A-F346DB4C5347}" type="pres">
      <dgm:prSet presAssocID="{C0F5514F-C6B7-44F7-8F46-D614ECAE561E}" presName="dummyConnPt" presStyleCnt="0"/>
      <dgm:spPr/>
    </dgm:pt>
    <dgm:pt modelId="{1F88D69F-B064-4207-957F-F61E82682400}" type="pres">
      <dgm:prSet presAssocID="{C0F5514F-C6B7-44F7-8F46-D614ECAE561E}" presName="node" presStyleLbl="node1" presStyleIdx="2" presStyleCnt="15">
        <dgm:presLayoutVars>
          <dgm:bulletEnabled val="1"/>
        </dgm:presLayoutVars>
      </dgm:prSet>
      <dgm:spPr/>
    </dgm:pt>
    <dgm:pt modelId="{6260CB7C-0C32-4FF2-ABBF-8C52EF7EC445}" type="pres">
      <dgm:prSet presAssocID="{5B5A9EB9-524A-4B75-9540-C939CA2DCCB8}" presName="sibTrans" presStyleLbl="bgSibTrans2D1" presStyleIdx="2" presStyleCnt="14"/>
      <dgm:spPr/>
    </dgm:pt>
    <dgm:pt modelId="{BA503036-5734-48E7-AAFE-5D769AEC19F2}" type="pres">
      <dgm:prSet presAssocID="{DF9DD3DB-E49B-4F29-BD55-7EC9D7DBD1FB}" presName="compNode" presStyleCnt="0"/>
      <dgm:spPr/>
    </dgm:pt>
    <dgm:pt modelId="{B5F13225-035A-434B-9633-C56D4CEA4452}" type="pres">
      <dgm:prSet presAssocID="{DF9DD3DB-E49B-4F29-BD55-7EC9D7DBD1FB}" presName="dummyConnPt" presStyleCnt="0"/>
      <dgm:spPr/>
    </dgm:pt>
    <dgm:pt modelId="{863A0D0F-6F29-4F53-9664-1B8897C5AC9D}" type="pres">
      <dgm:prSet presAssocID="{DF9DD3DB-E49B-4F29-BD55-7EC9D7DBD1FB}" presName="node" presStyleLbl="node1" presStyleIdx="3" presStyleCnt="15">
        <dgm:presLayoutVars>
          <dgm:bulletEnabled val="1"/>
        </dgm:presLayoutVars>
      </dgm:prSet>
      <dgm:spPr/>
    </dgm:pt>
    <dgm:pt modelId="{27193696-E6C0-42CE-A4FF-07FCFC699404}" type="pres">
      <dgm:prSet presAssocID="{1272A583-175B-43DF-80F2-E917803157EB}" presName="sibTrans" presStyleLbl="bgSibTrans2D1" presStyleIdx="3" presStyleCnt="14"/>
      <dgm:spPr/>
    </dgm:pt>
    <dgm:pt modelId="{ACAB77FE-82EF-4C28-8C29-65DE86100C46}" type="pres">
      <dgm:prSet presAssocID="{17621943-BFEB-47F9-B101-44C0E38BAFF0}" presName="compNode" presStyleCnt="0"/>
      <dgm:spPr/>
    </dgm:pt>
    <dgm:pt modelId="{16353FCC-1733-499E-9BC6-7637A8212B68}" type="pres">
      <dgm:prSet presAssocID="{17621943-BFEB-47F9-B101-44C0E38BAFF0}" presName="dummyConnPt" presStyleCnt="0"/>
      <dgm:spPr/>
    </dgm:pt>
    <dgm:pt modelId="{EA2BF27F-87A4-4A35-96BC-150FC4710677}" type="pres">
      <dgm:prSet presAssocID="{17621943-BFEB-47F9-B101-44C0E38BAFF0}" presName="node" presStyleLbl="node1" presStyleIdx="4" presStyleCnt="15">
        <dgm:presLayoutVars>
          <dgm:bulletEnabled val="1"/>
        </dgm:presLayoutVars>
      </dgm:prSet>
      <dgm:spPr/>
    </dgm:pt>
    <dgm:pt modelId="{727B39C1-A25F-43C3-B615-BA6807A43A58}" type="pres">
      <dgm:prSet presAssocID="{E9BD8473-5534-46D1-8F5F-E1892CC75746}" presName="sibTrans" presStyleLbl="bgSibTrans2D1" presStyleIdx="4" presStyleCnt="14"/>
      <dgm:spPr/>
    </dgm:pt>
    <dgm:pt modelId="{48701247-7F93-4633-AB83-5B2274B72197}" type="pres">
      <dgm:prSet presAssocID="{3B364B20-BD98-4C23-8EA5-018691998C80}" presName="compNode" presStyleCnt="0"/>
      <dgm:spPr/>
    </dgm:pt>
    <dgm:pt modelId="{D50466E1-DED0-4697-AE32-88D8F1494085}" type="pres">
      <dgm:prSet presAssocID="{3B364B20-BD98-4C23-8EA5-018691998C80}" presName="dummyConnPt" presStyleCnt="0"/>
      <dgm:spPr/>
    </dgm:pt>
    <dgm:pt modelId="{1EDD38DB-C3F6-44D8-A361-F3A881A6C781}" type="pres">
      <dgm:prSet presAssocID="{3B364B20-BD98-4C23-8EA5-018691998C80}" presName="node" presStyleLbl="node1" presStyleIdx="5" presStyleCnt="15">
        <dgm:presLayoutVars>
          <dgm:bulletEnabled val="1"/>
        </dgm:presLayoutVars>
      </dgm:prSet>
      <dgm:spPr/>
    </dgm:pt>
    <dgm:pt modelId="{9D129DF7-031C-4D39-84C5-AAE67E172925}" type="pres">
      <dgm:prSet presAssocID="{1A83F59E-8DBB-4B86-8A81-D6AD86524291}" presName="sibTrans" presStyleLbl="bgSibTrans2D1" presStyleIdx="5" presStyleCnt="14"/>
      <dgm:spPr/>
    </dgm:pt>
    <dgm:pt modelId="{675080F5-C8D9-4BDC-B733-7C2438EBF655}" type="pres">
      <dgm:prSet presAssocID="{79DB326A-8AFF-4AB9-B620-56F0CEC61239}" presName="compNode" presStyleCnt="0"/>
      <dgm:spPr/>
    </dgm:pt>
    <dgm:pt modelId="{F15BD4CA-21BA-428C-BD3A-B1EC95077267}" type="pres">
      <dgm:prSet presAssocID="{79DB326A-8AFF-4AB9-B620-56F0CEC61239}" presName="dummyConnPt" presStyleCnt="0"/>
      <dgm:spPr/>
    </dgm:pt>
    <dgm:pt modelId="{6A09DA4F-8C22-414E-8FE4-FFA8EE511957}" type="pres">
      <dgm:prSet presAssocID="{79DB326A-8AFF-4AB9-B620-56F0CEC61239}" presName="node" presStyleLbl="node1" presStyleIdx="6" presStyleCnt="15">
        <dgm:presLayoutVars>
          <dgm:bulletEnabled val="1"/>
        </dgm:presLayoutVars>
      </dgm:prSet>
      <dgm:spPr/>
    </dgm:pt>
    <dgm:pt modelId="{1C9F91DD-CF1B-4431-A3CD-2AEB7230C6EA}" type="pres">
      <dgm:prSet presAssocID="{0F9766B7-64D3-4E3B-A5CC-BF0AB825200D}" presName="sibTrans" presStyleLbl="bgSibTrans2D1" presStyleIdx="6" presStyleCnt="14"/>
      <dgm:spPr/>
    </dgm:pt>
    <dgm:pt modelId="{4A592C26-66A9-4EC5-A79C-DE2B23A04277}" type="pres">
      <dgm:prSet presAssocID="{9F2EEADC-3A54-4CDB-AD5F-BA806F2A119E}" presName="compNode" presStyleCnt="0"/>
      <dgm:spPr/>
    </dgm:pt>
    <dgm:pt modelId="{840794BA-BA17-4077-B6C1-E237D0FE69E0}" type="pres">
      <dgm:prSet presAssocID="{9F2EEADC-3A54-4CDB-AD5F-BA806F2A119E}" presName="dummyConnPt" presStyleCnt="0"/>
      <dgm:spPr/>
    </dgm:pt>
    <dgm:pt modelId="{2256E403-58AB-46ED-95CA-37543371910A}" type="pres">
      <dgm:prSet presAssocID="{9F2EEADC-3A54-4CDB-AD5F-BA806F2A119E}" presName="node" presStyleLbl="node1" presStyleIdx="7" presStyleCnt="15">
        <dgm:presLayoutVars>
          <dgm:bulletEnabled val="1"/>
        </dgm:presLayoutVars>
      </dgm:prSet>
      <dgm:spPr/>
    </dgm:pt>
    <dgm:pt modelId="{47DA2169-89F8-4E71-82CA-4760DB4165EA}" type="pres">
      <dgm:prSet presAssocID="{179149B0-B921-4481-9780-4CCC7BE36E9F}" presName="sibTrans" presStyleLbl="bgSibTrans2D1" presStyleIdx="7" presStyleCnt="14"/>
      <dgm:spPr/>
    </dgm:pt>
    <dgm:pt modelId="{D0777EC0-EDDD-4FFE-A00B-0CFF3A727C7C}" type="pres">
      <dgm:prSet presAssocID="{D963E6B5-E01C-4ABB-8535-74CC575854DC}" presName="compNode" presStyleCnt="0"/>
      <dgm:spPr/>
    </dgm:pt>
    <dgm:pt modelId="{6E272D8B-8685-4322-BDC1-3738C93005B8}" type="pres">
      <dgm:prSet presAssocID="{D963E6B5-E01C-4ABB-8535-74CC575854DC}" presName="dummyConnPt" presStyleCnt="0"/>
      <dgm:spPr/>
    </dgm:pt>
    <dgm:pt modelId="{BBB5D507-C574-4CBC-9E21-927A60DFC144}" type="pres">
      <dgm:prSet presAssocID="{D963E6B5-E01C-4ABB-8535-74CC575854DC}" presName="node" presStyleLbl="node1" presStyleIdx="8" presStyleCnt="15">
        <dgm:presLayoutVars>
          <dgm:bulletEnabled val="1"/>
        </dgm:presLayoutVars>
      </dgm:prSet>
      <dgm:spPr/>
    </dgm:pt>
    <dgm:pt modelId="{0A44628E-0DCE-4FA5-A20A-71BBAFCA4FFD}" type="pres">
      <dgm:prSet presAssocID="{24F87192-AF80-44EA-9559-7A710DC81C81}" presName="sibTrans" presStyleLbl="bgSibTrans2D1" presStyleIdx="8" presStyleCnt="14"/>
      <dgm:spPr/>
    </dgm:pt>
    <dgm:pt modelId="{659DC57B-B04B-45AE-8B99-6ACD224CDA59}" type="pres">
      <dgm:prSet presAssocID="{D250ABDD-427F-487D-A606-F2D828FD3539}" presName="compNode" presStyleCnt="0"/>
      <dgm:spPr/>
    </dgm:pt>
    <dgm:pt modelId="{E84181AC-382F-4328-9439-5C4323AD74DA}" type="pres">
      <dgm:prSet presAssocID="{D250ABDD-427F-487D-A606-F2D828FD3539}" presName="dummyConnPt" presStyleCnt="0"/>
      <dgm:spPr/>
    </dgm:pt>
    <dgm:pt modelId="{1D787FAA-D218-43E8-BC8C-28E059533A31}" type="pres">
      <dgm:prSet presAssocID="{D250ABDD-427F-487D-A606-F2D828FD3539}" presName="node" presStyleLbl="node1" presStyleIdx="9" presStyleCnt="15">
        <dgm:presLayoutVars>
          <dgm:bulletEnabled val="1"/>
        </dgm:presLayoutVars>
      </dgm:prSet>
      <dgm:spPr/>
    </dgm:pt>
    <dgm:pt modelId="{F3377B2D-A430-49D4-B4E0-2BC5AF073F70}" type="pres">
      <dgm:prSet presAssocID="{177200E8-4F19-4FD4-BD83-F29E6768F0C6}" presName="sibTrans" presStyleLbl="bgSibTrans2D1" presStyleIdx="9" presStyleCnt="14"/>
      <dgm:spPr/>
    </dgm:pt>
    <dgm:pt modelId="{B4885473-E20B-49BC-90DC-47D6968854A9}" type="pres">
      <dgm:prSet presAssocID="{D4433EDD-E4FA-4CEA-BEEB-492A4F205E8B}" presName="compNode" presStyleCnt="0"/>
      <dgm:spPr/>
    </dgm:pt>
    <dgm:pt modelId="{7734515A-6E47-4212-866E-A1B5C9A93D10}" type="pres">
      <dgm:prSet presAssocID="{D4433EDD-E4FA-4CEA-BEEB-492A4F205E8B}" presName="dummyConnPt" presStyleCnt="0"/>
      <dgm:spPr/>
    </dgm:pt>
    <dgm:pt modelId="{C6DF36D1-96E0-43E2-B9C7-B3D023036D46}" type="pres">
      <dgm:prSet presAssocID="{D4433EDD-E4FA-4CEA-BEEB-492A4F205E8B}" presName="node" presStyleLbl="node1" presStyleIdx="10" presStyleCnt="15">
        <dgm:presLayoutVars>
          <dgm:bulletEnabled val="1"/>
        </dgm:presLayoutVars>
      </dgm:prSet>
      <dgm:spPr/>
    </dgm:pt>
    <dgm:pt modelId="{838D3D89-0028-4BBB-AED9-8D24F60C78D1}" type="pres">
      <dgm:prSet presAssocID="{7D898A51-6C6F-40AD-9ED6-B7B38A40C8BA}" presName="sibTrans" presStyleLbl="bgSibTrans2D1" presStyleIdx="10" presStyleCnt="14"/>
      <dgm:spPr/>
    </dgm:pt>
    <dgm:pt modelId="{88A1CE76-7904-47C9-B101-3AC2A5F10C14}" type="pres">
      <dgm:prSet presAssocID="{6F10999E-FD01-4DF3-A08B-5FBFBAAEE0F8}" presName="compNode" presStyleCnt="0"/>
      <dgm:spPr/>
    </dgm:pt>
    <dgm:pt modelId="{75FD40E1-740A-4254-BF68-E052719F85DC}" type="pres">
      <dgm:prSet presAssocID="{6F10999E-FD01-4DF3-A08B-5FBFBAAEE0F8}" presName="dummyConnPt" presStyleCnt="0"/>
      <dgm:spPr/>
    </dgm:pt>
    <dgm:pt modelId="{FD9ADAA7-DDBF-4C28-B6FF-D02BEA04FA2A}" type="pres">
      <dgm:prSet presAssocID="{6F10999E-FD01-4DF3-A08B-5FBFBAAEE0F8}" presName="node" presStyleLbl="node1" presStyleIdx="11" presStyleCnt="15">
        <dgm:presLayoutVars>
          <dgm:bulletEnabled val="1"/>
        </dgm:presLayoutVars>
      </dgm:prSet>
      <dgm:spPr/>
    </dgm:pt>
    <dgm:pt modelId="{06470236-C9F3-46A8-9188-1A12522399D1}" type="pres">
      <dgm:prSet presAssocID="{1190B2C6-6E67-46C0-87B1-F15E9DE08DD5}" presName="sibTrans" presStyleLbl="bgSibTrans2D1" presStyleIdx="11" presStyleCnt="14"/>
      <dgm:spPr/>
    </dgm:pt>
    <dgm:pt modelId="{A3CE1913-AD42-4466-8170-89A4DA8BBC5D}" type="pres">
      <dgm:prSet presAssocID="{70B4EEDF-E680-4407-9A38-FCB23F3A37B9}" presName="compNode" presStyleCnt="0"/>
      <dgm:spPr/>
    </dgm:pt>
    <dgm:pt modelId="{F91C2D99-4F4C-4DF6-8510-E06FF5BBF262}" type="pres">
      <dgm:prSet presAssocID="{70B4EEDF-E680-4407-9A38-FCB23F3A37B9}" presName="dummyConnPt" presStyleCnt="0"/>
      <dgm:spPr/>
    </dgm:pt>
    <dgm:pt modelId="{FDD08F13-BC93-4E17-BE01-5110F366663F}" type="pres">
      <dgm:prSet presAssocID="{70B4EEDF-E680-4407-9A38-FCB23F3A37B9}" presName="node" presStyleLbl="node1" presStyleIdx="12" presStyleCnt="15">
        <dgm:presLayoutVars>
          <dgm:bulletEnabled val="1"/>
        </dgm:presLayoutVars>
      </dgm:prSet>
      <dgm:spPr/>
    </dgm:pt>
    <dgm:pt modelId="{23EE8A25-4822-4FC8-9A5D-BABC2BB5C189}" type="pres">
      <dgm:prSet presAssocID="{27F7A3F2-A313-495D-A13F-8605B4A1BAF6}" presName="sibTrans" presStyleLbl="bgSibTrans2D1" presStyleIdx="12" presStyleCnt="14"/>
      <dgm:spPr/>
    </dgm:pt>
    <dgm:pt modelId="{B7CD1559-CD36-4CAA-A1C9-06225C417EEE}" type="pres">
      <dgm:prSet presAssocID="{DEFF7908-D7C8-4B03-99EA-5E3AFA2E6DCC}" presName="compNode" presStyleCnt="0"/>
      <dgm:spPr/>
    </dgm:pt>
    <dgm:pt modelId="{F416D48D-A6EA-4541-922E-C508203CB8F8}" type="pres">
      <dgm:prSet presAssocID="{DEFF7908-D7C8-4B03-99EA-5E3AFA2E6DCC}" presName="dummyConnPt" presStyleCnt="0"/>
      <dgm:spPr/>
    </dgm:pt>
    <dgm:pt modelId="{3536801B-B310-49DE-9AD0-35ADA1F62065}" type="pres">
      <dgm:prSet presAssocID="{DEFF7908-D7C8-4B03-99EA-5E3AFA2E6DCC}" presName="node" presStyleLbl="node1" presStyleIdx="13" presStyleCnt="15">
        <dgm:presLayoutVars>
          <dgm:bulletEnabled val="1"/>
        </dgm:presLayoutVars>
      </dgm:prSet>
      <dgm:spPr/>
    </dgm:pt>
    <dgm:pt modelId="{1A996703-4224-4E22-957D-D908A2DD8E0C}" type="pres">
      <dgm:prSet presAssocID="{45F46F41-EB45-4838-BD8C-F3C98E4371FB}" presName="sibTrans" presStyleLbl="bgSibTrans2D1" presStyleIdx="13" presStyleCnt="14"/>
      <dgm:spPr/>
    </dgm:pt>
    <dgm:pt modelId="{081D84DB-A576-4E9A-B06A-8218D126857C}" type="pres">
      <dgm:prSet presAssocID="{C94998EC-3E73-4E1D-85A3-26ECA6F81752}" presName="compNode" presStyleCnt="0"/>
      <dgm:spPr/>
    </dgm:pt>
    <dgm:pt modelId="{96678870-7AC0-496D-B2DC-0A47298F7311}" type="pres">
      <dgm:prSet presAssocID="{C94998EC-3E73-4E1D-85A3-26ECA6F81752}" presName="dummyConnPt" presStyleCnt="0"/>
      <dgm:spPr/>
    </dgm:pt>
    <dgm:pt modelId="{97AB9875-D50D-4A92-BE39-EF433B730552}" type="pres">
      <dgm:prSet presAssocID="{C94998EC-3E73-4E1D-85A3-26ECA6F81752}" presName="node" presStyleLbl="node1" presStyleIdx="14" presStyleCnt="15">
        <dgm:presLayoutVars>
          <dgm:bulletEnabled val="1"/>
        </dgm:presLayoutVars>
      </dgm:prSet>
      <dgm:spPr/>
    </dgm:pt>
  </dgm:ptLst>
  <dgm:cxnLst>
    <dgm:cxn modelId="{EC781D06-5099-4715-9568-465391FB2203}" srcId="{863A01F2-F536-4A05-A090-192E9C4D4B9E}" destId="{C94998EC-3E73-4E1D-85A3-26ECA6F81752}" srcOrd="14" destOrd="0" parTransId="{471C03E0-EC87-4F93-B7EC-19B408E1C6D0}" sibTransId="{87E06B97-D8A3-4F7E-A772-6D620D133F33}"/>
    <dgm:cxn modelId="{3AD89B06-639C-4D6E-9B34-C0BD87513B41}" type="presOf" srcId="{6463C078-117C-4E6F-ABB2-13C4EA22DACF}" destId="{8894141C-17BA-48E2-A138-348373307C94}" srcOrd="0" destOrd="0" presId="urn:microsoft.com/office/officeart/2005/8/layout/bProcess4"/>
    <dgm:cxn modelId="{362DE406-3D7A-4035-B021-38F6F5E48D10}" type="presOf" srcId="{863A01F2-F536-4A05-A090-192E9C4D4B9E}" destId="{D6E3E720-0754-4B40-BC3E-52EB37CB67E5}" srcOrd="0" destOrd="0" presId="urn:microsoft.com/office/officeart/2005/8/layout/bProcess4"/>
    <dgm:cxn modelId="{8367D307-E29A-4DF8-89AA-CAE4E9B196BD}" srcId="{863A01F2-F536-4A05-A090-192E9C4D4B9E}" destId="{D963E6B5-E01C-4ABB-8535-74CC575854DC}" srcOrd="8" destOrd="0" parTransId="{894C8909-4294-46DC-952F-291EB20FBA65}" sibTransId="{24F87192-AF80-44EA-9559-7A710DC81C81}"/>
    <dgm:cxn modelId="{D8F0DD08-4431-4CE5-8CE6-FC4AF4FF19E1}" type="presOf" srcId="{45F46F41-EB45-4838-BD8C-F3C98E4371FB}" destId="{1A996703-4224-4E22-957D-D908A2DD8E0C}" srcOrd="0" destOrd="0" presId="urn:microsoft.com/office/officeart/2005/8/layout/bProcess4"/>
    <dgm:cxn modelId="{F7330909-2FAC-4EA9-88C8-F6238968BA6D}" type="presOf" srcId="{E93365EA-1B91-40C2-9F1C-E888D5734996}" destId="{6A09DA4F-8C22-414E-8FE4-FFA8EE511957}" srcOrd="0" destOrd="1" presId="urn:microsoft.com/office/officeart/2005/8/layout/bProcess4"/>
    <dgm:cxn modelId="{BFF61A09-4EE4-4006-B1BB-4AB7C69B679C}" type="presOf" srcId="{D250ABDD-427F-487D-A606-F2D828FD3539}" destId="{1D787FAA-D218-43E8-BC8C-28E059533A31}" srcOrd="0" destOrd="0" presId="urn:microsoft.com/office/officeart/2005/8/layout/bProcess4"/>
    <dgm:cxn modelId="{67E0A90D-461C-49D0-AD09-D2231DF04F8B}" type="presOf" srcId="{8C81FD8B-91A7-4DD9-811F-1B7E670DE897}" destId="{042E1ADF-BBDB-4D98-8568-B38477D6DC74}" srcOrd="0" destOrd="0" presId="urn:microsoft.com/office/officeart/2005/8/layout/bProcess4"/>
    <dgm:cxn modelId="{50841A17-709B-4CD9-8E3E-074E845ECB59}" type="presOf" srcId="{1272A583-175B-43DF-80F2-E917803157EB}" destId="{27193696-E6C0-42CE-A4FF-07FCFC699404}" srcOrd="0" destOrd="0" presId="urn:microsoft.com/office/officeart/2005/8/layout/bProcess4"/>
    <dgm:cxn modelId="{3F5A2C21-3ED5-4D07-81EC-F2106D2B9B05}" srcId="{863A01F2-F536-4A05-A090-192E9C4D4B9E}" destId="{79DB326A-8AFF-4AB9-B620-56F0CEC61239}" srcOrd="6" destOrd="0" parTransId="{9AEF3684-53EA-41A8-99FA-BD2CE4FCEE6C}" sibTransId="{0F9766B7-64D3-4E3B-A5CC-BF0AB825200D}"/>
    <dgm:cxn modelId="{9B905A23-813A-4726-BE12-D7F765C3CDC6}" type="presOf" srcId="{179149B0-B921-4481-9780-4CCC7BE36E9F}" destId="{47DA2169-89F8-4E71-82CA-4760DB4165EA}" srcOrd="0" destOrd="0" presId="urn:microsoft.com/office/officeart/2005/8/layout/bProcess4"/>
    <dgm:cxn modelId="{89879728-9EBB-4080-A08E-3C290BA23BDF}" srcId="{863A01F2-F536-4A05-A090-192E9C4D4B9E}" destId="{8C81FD8B-91A7-4DD9-811F-1B7E670DE897}" srcOrd="1" destOrd="0" parTransId="{750CA961-957E-4D35-9A92-B543633145B1}" sibTransId="{6463C078-117C-4E6F-ABB2-13C4EA22DACF}"/>
    <dgm:cxn modelId="{6491802B-868A-4091-B5D1-3B98472C2892}" type="presOf" srcId="{AD6BB82F-FB71-46EF-8F61-DAC755C14212}" destId="{96BC0DA4-0F87-402F-BFA7-70792D2E2927}" srcOrd="0" destOrd="0" presId="urn:microsoft.com/office/officeart/2005/8/layout/bProcess4"/>
    <dgm:cxn modelId="{CAF42E2E-D5C3-458B-AE07-AD3D49124023}" srcId="{79DB326A-8AFF-4AB9-B620-56F0CEC61239}" destId="{639388EE-B172-4BC2-9679-CC41E47B4F51}" srcOrd="2" destOrd="0" parTransId="{0B0217DB-E590-4F8E-AB2E-C4D02BAF6765}" sibTransId="{09603E6F-9A6E-4BFD-B00F-20124A355707}"/>
    <dgm:cxn modelId="{FDD98E30-B8BC-4874-9B25-9D3BF2B82AD8}" type="presOf" srcId="{9F2EEADC-3A54-4CDB-AD5F-BA806F2A119E}" destId="{2256E403-58AB-46ED-95CA-37543371910A}" srcOrd="0" destOrd="0" presId="urn:microsoft.com/office/officeart/2005/8/layout/bProcess4"/>
    <dgm:cxn modelId="{7B7FFA35-2A8D-4E28-B8BB-F58B0E505E2D}" type="presOf" srcId="{254ADCCB-55E7-4BEF-9401-5377D11ED5BC}" destId="{6A09DA4F-8C22-414E-8FE4-FFA8EE511957}" srcOrd="0" destOrd="2" presId="urn:microsoft.com/office/officeart/2005/8/layout/bProcess4"/>
    <dgm:cxn modelId="{A58F343F-CBB6-420C-8222-51C373AF5B35}" type="presOf" srcId="{C0F5514F-C6B7-44F7-8F46-D614ECAE561E}" destId="{1F88D69F-B064-4207-957F-F61E82682400}" srcOrd="0" destOrd="0" presId="urn:microsoft.com/office/officeart/2005/8/layout/bProcess4"/>
    <dgm:cxn modelId="{47208C5B-C32F-4C97-9F74-9CF37F5D12C4}" type="presOf" srcId="{A7129C64-01F3-4C9D-9A2F-3ABD259F7117}" destId="{6A09DA4F-8C22-414E-8FE4-FFA8EE511957}" srcOrd="0" destOrd="4" presId="urn:microsoft.com/office/officeart/2005/8/layout/bProcess4"/>
    <dgm:cxn modelId="{E002C441-C3DB-4A1D-B9BB-A466FCB4489E}" type="presOf" srcId="{6F10999E-FD01-4DF3-A08B-5FBFBAAEE0F8}" destId="{FD9ADAA7-DDBF-4C28-B6FF-D02BEA04FA2A}" srcOrd="0" destOrd="0" presId="urn:microsoft.com/office/officeart/2005/8/layout/bProcess4"/>
    <dgm:cxn modelId="{264C7665-0A42-47CC-8C26-7D40C2C80799}" srcId="{863A01F2-F536-4A05-A090-192E9C4D4B9E}" destId="{3B364B20-BD98-4C23-8EA5-018691998C80}" srcOrd="5" destOrd="0" parTransId="{743A0E3A-846C-4858-B5E4-5E52E02479D9}" sibTransId="{1A83F59E-8DBB-4B86-8A81-D6AD86524291}"/>
    <dgm:cxn modelId="{5DA45745-85AA-408A-BA20-4D0A498B990B}" type="presOf" srcId="{E9BD8473-5534-46D1-8F5F-E1892CC75746}" destId="{727B39C1-A25F-43C3-B615-BA6807A43A58}" srcOrd="0" destOrd="0" presId="urn:microsoft.com/office/officeart/2005/8/layout/bProcess4"/>
    <dgm:cxn modelId="{B6126C46-930F-40D5-9AE1-26890CF29D11}" type="presOf" srcId="{70B4EEDF-E680-4407-9A38-FCB23F3A37B9}" destId="{FDD08F13-BC93-4E17-BE01-5110F366663F}" srcOrd="0" destOrd="0" presId="urn:microsoft.com/office/officeart/2005/8/layout/bProcess4"/>
    <dgm:cxn modelId="{2CADC167-F6BE-443D-A227-A3CB25ECE314}" srcId="{863A01F2-F536-4A05-A090-192E9C4D4B9E}" destId="{17621943-BFEB-47F9-B101-44C0E38BAFF0}" srcOrd="4" destOrd="0" parTransId="{74C3FD9C-AC0C-48E8-82F1-0C96DCB7D31F}" sibTransId="{E9BD8473-5534-46D1-8F5F-E1892CC75746}"/>
    <dgm:cxn modelId="{51FB1B49-5E78-4AC3-96CB-048CBB579707}" type="presOf" srcId="{24F87192-AF80-44EA-9559-7A710DC81C81}" destId="{0A44628E-0DCE-4FA5-A20A-71BBAFCA4FFD}" srcOrd="0" destOrd="0" presId="urn:microsoft.com/office/officeart/2005/8/layout/bProcess4"/>
    <dgm:cxn modelId="{D19D9A4C-3D49-4BF7-B613-E4CFF9891E50}" srcId="{863A01F2-F536-4A05-A090-192E9C4D4B9E}" destId="{6F10999E-FD01-4DF3-A08B-5FBFBAAEE0F8}" srcOrd="11" destOrd="0" parTransId="{1A022EFF-28E3-4223-A266-B13AB896CF91}" sibTransId="{1190B2C6-6E67-46C0-87B1-F15E9DE08DD5}"/>
    <dgm:cxn modelId="{640F284D-BAC1-44D3-8BE7-B9376670CEEC}" type="presOf" srcId="{C94998EC-3E73-4E1D-85A3-26ECA6F81752}" destId="{97AB9875-D50D-4A92-BE39-EF433B730552}" srcOrd="0" destOrd="0" presId="urn:microsoft.com/office/officeart/2005/8/layout/bProcess4"/>
    <dgm:cxn modelId="{E726F54E-80B6-4820-B993-3A7DE0897CB5}" type="presOf" srcId="{7D898A51-6C6F-40AD-9ED6-B7B38A40C8BA}" destId="{838D3D89-0028-4BBB-AED9-8D24F60C78D1}" srcOrd="0" destOrd="0" presId="urn:microsoft.com/office/officeart/2005/8/layout/bProcess4"/>
    <dgm:cxn modelId="{905E9A4F-18F4-4408-929B-C98DC1AE8138}" srcId="{79DB326A-8AFF-4AB9-B620-56F0CEC61239}" destId="{E93365EA-1B91-40C2-9F1C-E888D5734996}" srcOrd="0" destOrd="0" parTransId="{C31007A0-2DD4-42E0-8DE7-C85D8474B25A}" sibTransId="{9593D9A4-B20F-4999-B6EF-61E2BC11B1E4}"/>
    <dgm:cxn modelId="{F86A1652-7D98-4C78-87C2-88B49DE771DF}" srcId="{863A01F2-F536-4A05-A090-192E9C4D4B9E}" destId="{D250ABDD-427F-487D-A606-F2D828FD3539}" srcOrd="9" destOrd="0" parTransId="{35E45074-CA43-4C09-AD6B-33385335B244}" sibTransId="{177200E8-4F19-4FD4-BD83-F29E6768F0C6}"/>
    <dgm:cxn modelId="{5F5C547A-E602-4AF9-A5DC-0986BE726D1A}" type="presOf" srcId="{D4433EDD-E4FA-4CEA-BEEB-492A4F205E8B}" destId="{C6DF36D1-96E0-43E2-B9C7-B3D023036D46}" srcOrd="0" destOrd="0" presId="urn:microsoft.com/office/officeart/2005/8/layout/bProcess4"/>
    <dgm:cxn modelId="{FE39FC87-9A0C-4368-A66C-374DB3A46B04}" srcId="{79DB326A-8AFF-4AB9-B620-56F0CEC61239}" destId="{A7129C64-01F3-4C9D-9A2F-3ABD259F7117}" srcOrd="3" destOrd="0" parTransId="{E385E6F7-F2AD-44CD-A32F-D9EA79BCC4E3}" sibTransId="{A7D70EE1-9401-4747-B039-DEC63334D56A}"/>
    <dgm:cxn modelId="{32065F8D-E771-416D-9459-BD9313FB5C46}" type="presOf" srcId="{D963E6B5-E01C-4ABB-8535-74CC575854DC}" destId="{BBB5D507-C574-4CBC-9E21-927A60DFC144}" srcOrd="0" destOrd="0" presId="urn:microsoft.com/office/officeart/2005/8/layout/bProcess4"/>
    <dgm:cxn modelId="{5E4AA2A1-32B5-447C-A7D5-1DD28B863E85}" type="presOf" srcId="{3B364B20-BD98-4C23-8EA5-018691998C80}" destId="{1EDD38DB-C3F6-44D8-A361-F3A881A6C781}" srcOrd="0" destOrd="0" presId="urn:microsoft.com/office/officeart/2005/8/layout/bProcess4"/>
    <dgm:cxn modelId="{C8C58CA3-1781-47B2-A370-61B658D7E559}" type="presOf" srcId="{5B5A9EB9-524A-4B75-9540-C939CA2DCCB8}" destId="{6260CB7C-0C32-4FF2-ABBF-8C52EF7EC445}" srcOrd="0" destOrd="0" presId="urn:microsoft.com/office/officeart/2005/8/layout/bProcess4"/>
    <dgm:cxn modelId="{2137EEAD-092A-458E-B748-C991D5077CAB}" type="presOf" srcId="{9B3E423E-9A9A-4D06-94B3-4E928505B488}" destId="{5087189C-0382-433D-A705-5C907AB50F42}" srcOrd="0" destOrd="0" presId="urn:microsoft.com/office/officeart/2005/8/layout/bProcess4"/>
    <dgm:cxn modelId="{9C07A2B6-CEDA-4F4D-9A30-C4251A09CAD9}" type="presOf" srcId="{79DB326A-8AFF-4AB9-B620-56F0CEC61239}" destId="{6A09DA4F-8C22-414E-8FE4-FFA8EE511957}" srcOrd="0" destOrd="0" presId="urn:microsoft.com/office/officeart/2005/8/layout/bProcess4"/>
    <dgm:cxn modelId="{3D169DB7-E60D-4C1D-8983-33B56FE4A19A}" srcId="{863A01F2-F536-4A05-A090-192E9C4D4B9E}" destId="{DF9DD3DB-E49B-4F29-BD55-7EC9D7DBD1FB}" srcOrd="3" destOrd="0" parTransId="{607B7A80-E02E-45D0-B670-053503AF13E7}" sibTransId="{1272A583-175B-43DF-80F2-E917803157EB}"/>
    <dgm:cxn modelId="{CF5BA0B9-8DBB-42DF-8E5E-A196D1327F6B}" srcId="{863A01F2-F536-4A05-A090-192E9C4D4B9E}" destId="{9B3E423E-9A9A-4D06-94B3-4E928505B488}" srcOrd="0" destOrd="0" parTransId="{212A6DD4-5086-4AA8-B24C-37BEC3B5051C}" sibTransId="{AD6BB82F-FB71-46EF-8F61-DAC755C14212}"/>
    <dgm:cxn modelId="{930FA4BD-CC38-4FC9-9C40-587662B97A92}" srcId="{863A01F2-F536-4A05-A090-192E9C4D4B9E}" destId="{C0F5514F-C6B7-44F7-8F46-D614ECAE561E}" srcOrd="2" destOrd="0" parTransId="{FCA7753F-629A-4C6B-9C84-A1AD96911CA5}" sibTransId="{5B5A9EB9-524A-4B75-9540-C939CA2DCCB8}"/>
    <dgm:cxn modelId="{5E11F4BD-54C8-4056-9BB7-7C8F38380A20}" srcId="{863A01F2-F536-4A05-A090-192E9C4D4B9E}" destId="{DEFF7908-D7C8-4B03-99EA-5E3AFA2E6DCC}" srcOrd="13" destOrd="0" parTransId="{8CAE39B0-8566-4D4E-A8B1-E654BF0CC089}" sibTransId="{45F46F41-EB45-4838-BD8C-F3C98E4371FB}"/>
    <dgm:cxn modelId="{D66582C2-B8DD-4073-815B-7F5BC555B2F5}" type="presOf" srcId="{27F7A3F2-A313-495D-A13F-8605B4A1BAF6}" destId="{23EE8A25-4822-4FC8-9A5D-BABC2BB5C189}" srcOrd="0" destOrd="0" presId="urn:microsoft.com/office/officeart/2005/8/layout/bProcess4"/>
    <dgm:cxn modelId="{7CC303C6-D339-4A44-9739-20D1B198772F}" type="presOf" srcId="{1A83F59E-8DBB-4B86-8A81-D6AD86524291}" destId="{9D129DF7-031C-4D39-84C5-AAE67E172925}" srcOrd="0" destOrd="0" presId="urn:microsoft.com/office/officeart/2005/8/layout/bProcess4"/>
    <dgm:cxn modelId="{CA7632CB-5C8D-42D4-80E4-A2EA6BE811A0}" type="presOf" srcId="{0F9766B7-64D3-4E3B-A5CC-BF0AB825200D}" destId="{1C9F91DD-CF1B-4431-A3CD-2AEB7230C6EA}" srcOrd="0" destOrd="0" presId="urn:microsoft.com/office/officeart/2005/8/layout/bProcess4"/>
    <dgm:cxn modelId="{61F1B5CB-C423-4A98-A49A-548B6ECBA824}" type="presOf" srcId="{177200E8-4F19-4FD4-BD83-F29E6768F0C6}" destId="{F3377B2D-A430-49D4-B4E0-2BC5AF073F70}" srcOrd="0" destOrd="0" presId="urn:microsoft.com/office/officeart/2005/8/layout/bProcess4"/>
    <dgm:cxn modelId="{C16923CC-2B1C-4E2A-A2C5-3AFC49B74FE4}" srcId="{863A01F2-F536-4A05-A090-192E9C4D4B9E}" destId="{70B4EEDF-E680-4407-9A38-FCB23F3A37B9}" srcOrd="12" destOrd="0" parTransId="{B204217E-68BE-4A23-8CCC-800C5883E857}" sibTransId="{27F7A3F2-A313-495D-A13F-8605B4A1BAF6}"/>
    <dgm:cxn modelId="{6C3C0DCE-336D-4410-929E-C50B2F86D0C8}" type="presOf" srcId="{DF9DD3DB-E49B-4F29-BD55-7EC9D7DBD1FB}" destId="{863A0D0F-6F29-4F53-9664-1B8897C5AC9D}" srcOrd="0" destOrd="0" presId="urn:microsoft.com/office/officeart/2005/8/layout/bProcess4"/>
    <dgm:cxn modelId="{D3E867D8-6E52-41E7-82FA-8798AC79A222}" type="presOf" srcId="{1190B2C6-6E67-46C0-87B1-F15E9DE08DD5}" destId="{06470236-C9F3-46A8-9188-1A12522399D1}" srcOrd="0" destOrd="0" presId="urn:microsoft.com/office/officeart/2005/8/layout/bProcess4"/>
    <dgm:cxn modelId="{6F4F47DE-99C2-4CF8-8AEA-4C425F7F427A}" srcId="{863A01F2-F536-4A05-A090-192E9C4D4B9E}" destId="{D4433EDD-E4FA-4CEA-BEEB-492A4F205E8B}" srcOrd="10" destOrd="0" parTransId="{77AE0CDA-3A58-4496-825D-A548A526B0C1}" sibTransId="{7D898A51-6C6F-40AD-9ED6-B7B38A40C8BA}"/>
    <dgm:cxn modelId="{255383E7-2BA3-448E-9442-8B8574C2E83C}" type="presOf" srcId="{639388EE-B172-4BC2-9679-CC41E47B4F51}" destId="{6A09DA4F-8C22-414E-8FE4-FFA8EE511957}" srcOrd="0" destOrd="3" presId="urn:microsoft.com/office/officeart/2005/8/layout/bProcess4"/>
    <dgm:cxn modelId="{A1E09AE8-A1B9-4DDE-9203-5E2EED18B451}" type="presOf" srcId="{DEFF7908-D7C8-4B03-99EA-5E3AFA2E6DCC}" destId="{3536801B-B310-49DE-9AD0-35ADA1F62065}" srcOrd="0" destOrd="0" presId="urn:microsoft.com/office/officeart/2005/8/layout/bProcess4"/>
    <dgm:cxn modelId="{23CD89ED-43DA-4508-BEC9-749B29F7677C}" srcId="{79DB326A-8AFF-4AB9-B620-56F0CEC61239}" destId="{254ADCCB-55E7-4BEF-9401-5377D11ED5BC}" srcOrd="1" destOrd="0" parTransId="{07C8D1AE-95ED-4A35-BA8E-CE7C8470DF55}" sibTransId="{84A8F56E-8DD4-4D02-B568-D3D48123D30F}"/>
    <dgm:cxn modelId="{6252CCF2-5DBA-474F-8BEC-03388F051A13}" srcId="{863A01F2-F536-4A05-A090-192E9C4D4B9E}" destId="{9F2EEADC-3A54-4CDB-AD5F-BA806F2A119E}" srcOrd="7" destOrd="0" parTransId="{139DC9BF-F34F-4139-8EA2-7B697B440501}" sibTransId="{179149B0-B921-4481-9780-4CCC7BE36E9F}"/>
    <dgm:cxn modelId="{6DACEBFE-12B5-4D35-8CC4-7FEB8A4DB705}" type="presOf" srcId="{17621943-BFEB-47F9-B101-44C0E38BAFF0}" destId="{EA2BF27F-87A4-4A35-96BC-150FC4710677}" srcOrd="0" destOrd="0" presId="urn:microsoft.com/office/officeart/2005/8/layout/bProcess4"/>
    <dgm:cxn modelId="{CA925227-A947-496F-8772-7FA4EAA75AAF}" type="presParOf" srcId="{D6E3E720-0754-4B40-BC3E-52EB37CB67E5}" destId="{0DAA0E52-10C4-49DE-AE40-15ACC2F01631}" srcOrd="0" destOrd="0" presId="urn:microsoft.com/office/officeart/2005/8/layout/bProcess4"/>
    <dgm:cxn modelId="{8678791A-B1AA-4886-B55C-929FB8B43010}" type="presParOf" srcId="{0DAA0E52-10C4-49DE-AE40-15ACC2F01631}" destId="{B27A2D90-EC45-4547-B059-E9EAF68FE8A2}" srcOrd="0" destOrd="0" presId="urn:microsoft.com/office/officeart/2005/8/layout/bProcess4"/>
    <dgm:cxn modelId="{B0FBC84B-1309-4F26-87E2-75C0D97469B9}" type="presParOf" srcId="{0DAA0E52-10C4-49DE-AE40-15ACC2F01631}" destId="{5087189C-0382-433D-A705-5C907AB50F42}" srcOrd="1" destOrd="0" presId="urn:microsoft.com/office/officeart/2005/8/layout/bProcess4"/>
    <dgm:cxn modelId="{BFD21AFC-0951-4674-A45F-304E483633E0}" type="presParOf" srcId="{D6E3E720-0754-4B40-BC3E-52EB37CB67E5}" destId="{96BC0DA4-0F87-402F-BFA7-70792D2E2927}" srcOrd="1" destOrd="0" presId="urn:microsoft.com/office/officeart/2005/8/layout/bProcess4"/>
    <dgm:cxn modelId="{643B8242-8F8E-4C40-9315-926C378F431A}" type="presParOf" srcId="{D6E3E720-0754-4B40-BC3E-52EB37CB67E5}" destId="{603774E4-E5AF-4994-A2CD-F548A9636B9D}" srcOrd="2" destOrd="0" presId="urn:microsoft.com/office/officeart/2005/8/layout/bProcess4"/>
    <dgm:cxn modelId="{E57B1916-368D-48CC-AF66-1F163718F169}" type="presParOf" srcId="{603774E4-E5AF-4994-A2CD-F548A9636B9D}" destId="{FB05F453-3491-4F8D-829C-D561722A7DBF}" srcOrd="0" destOrd="0" presId="urn:microsoft.com/office/officeart/2005/8/layout/bProcess4"/>
    <dgm:cxn modelId="{4B5BCA8E-7092-4BB8-ADF5-64658DD16358}" type="presParOf" srcId="{603774E4-E5AF-4994-A2CD-F548A9636B9D}" destId="{042E1ADF-BBDB-4D98-8568-B38477D6DC74}" srcOrd="1" destOrd="0" presId="urn:microsoft.com/office/officeart/2005/8/layout/bProcess4"/>
    <dgm:cxn modelId="{272B3A0F-BBA3-40CB-B3F8-329909E978FC}" type="presParOf" srcId="{D6E3E720-0754-4B40-BC3E-52EB37CB67E5}" destId="{8894141C-17BA-48E2-A138-348373307C94}" srcOrd="3" destOrd="0" presId="urn:microsoft.com/office/officeart/2005/8/layout/bProcess4"/>
    <dgm:cxn modelId="{5A7324F9-5C85-4DD7-A6AF-E48C0192500B}" type="presParOf" srcId="{D6E3E720-0754-4B40-BC3E-52EB37CB67E5}" destId="{CEA77FCE-E5F1-4209-98AF-406085E02D29}" srcOrd="4" destOrd="0" presId="urn:microsoft.com/office/officeart/2005/8/layout/bProcess4"/>
    <dgm:cxn modelId="{8368497C-71A7-48A5-83ED-585794FF1E3D}" type="presParOf" srcId="{CEA77FCE-E5F1-4209-98AF-406085E02D29}" destId="{586D49FD-BF05-4B70-A03A-F346DB4C5347}" srcOrd="0" destOrd="0" presId="urn:microsoft.com/office/officeart/2005/8/layout/bProcess4"/>
    <dgm:cxn modelId="{1E81B2F5-5E62-48BD-ACA4-ADE03D8B557C}" type="presParOf" srcId="{CEA77FCE-E5F1-4209-98AF-406085E02D29}" destId="{1F88D69F-B064-4207-957F-F61E82682400}" srcOrd="1" destOrd="0" presId="urn:microsoft.com/office/officeart/2005/8/layout/bProcess4"/>
    <dgm:cxn modelId="{3DED79BD-C4EF-42E1-8565-247B07B03797}" type="presParOf" srcId="{D6E3E720-0754-4B40-BC3E-52EB37CB67E5}" destId="{6260CB7C-0C32-4FF2-ABBF-8C52EF7EC445}" srcOrd="5" destOrd="0" presId="urn:microsoft.com/office/officeart/2005/8/layout/bProcess4"/>
    <dgm:cxn modelId="{23F7BD94-EA37-4FA8-A262-FC695D949BB8}" type="presParOf" srcId="{D6E3E720-0754-4B40-BC3E-52EB37CB67E5}" destId="{BA503036-5734-48E7-AAFE-5D769AEC19F2}" srcOrd="6" destOrd="0" presId="urn:microsoft.com/office/officeart/2005/8/layout/bProcess4"/>
    <dgm:cxn modelId="{E618B730-FB1E-440A-BA98-25060027DADF}" type="presParOf" srcId="{BA503036-5734-48E7-AAFE-5D769AEC19F2}" destId="{B5F13225-035A-434B-9633-C56D4CEA4452}" srcOrd="0" destOrd="0" presId="urn:microsoft.com/office/officeart/2005/8/layout/bProcess4"/>
    <dgm:cxn modelId="{18023E48-B3B3-4031-B9C8-D9D8803AACF9}" type="presParOf" srcId="{BA503036-5734-48E7-AAFE-5D769AEC19F2}" destId="{863A0D0F-6F29-4F53-9664-1B8897C5AC9D}" srcOrd="1" destOrd="0" presId="urn:microsoft.com/office/officeart/2005/8/layout/bProcess4"/>
    <dgm:cxn modelId="{7D102494-2B4B-4904-9863-56DB3CA3F2E6}" type="presParOf" srcId="{D6E3E720-0754-4B40-BC3E-52EB37CB67E5}" destId="{27193696-E6C0-42CE-A4FF-07FCFC699404}" srcOrd="7" destOrd="0" presId="urn:microsoft.com/office/officeart/2005/8/layout/bProcess4"/>
    <dgm:cxn modelId="{2950F6EE-60D0-4B67-BBC3-158C1A2C438D}" type="presParOf" srcId="{D6E3E720-0754-4B40-BC3E-52EB37CB67E5}" destId="{ACAB77FE-82EF-4C28-8C29-65DE86100C46}" srcOrd="8" destOrd="0" presId="urn:microsoft.com/office/officeart/2005/8/layout/bProcess4"/>
    <dgm:cxn modelId="{EEDAB32B-A00C-4884-A87B-017881F08407}" type="presParOf" srcId="{ACAB77FE-82EF-4C28-8C29-65DE86100C46}" destId="{16353FCC-1733-499E-9BC6-7637A8212B68}" srcOrd="0" destOrd="0" presId="urn:microsoft.com/office/officeart/2005/8/layout/bProcess4"/>
    <dgm:cxn modelId="{5AE4CC8A-059D-4944-877C-E71AD972C273}" type="presParOf" srcId="{ACAB77FE-82EF-4C28-8C29-65DE86100C46}" destId="{EA2BF27F-87A4-4A35-96BC-150FC4710677}" srcOrd="1" destOrd="0" presId="urn:microsoft.com/office/officeart/2005/8/layout/bProcess4"/>
    <dgm:cxn modelId="{BEE3B904-2DD3-4AE4-A7D5-E5D3369D92FA}" type="presParOf" srcId="{D6E3E720-0754-4B40-BC3E-52EB37CB67E5}" destId="{727B39C1-A25F-43C3-B615-BA6807A43A58}" srcOrd="9" destOrd="0" presId="urn:microsoft.com/office/officeart/2005/8/layout/bProcess4"/>
    <dgm:cxn modelId="{B3014A32-4EB3-4116-A9FB-F741E1A0A8A9}" type="presParOf" srcId="{D6E3E720-0754-4B40-BC3E-52EB37CB67E5}" destId="{48701247-7F93-4633-AB83-5B2274B72197}" srcOrd="10" destOrd="0" presId="urn:microsoft.com/office/officeart/2005/8/layout/bProcess4"/>
    <dgm:cxn modelId="{1FE99DD3-57B7-4664-B9D9-D38D34741058}" type="presParOf" srcId="{48701247-7F93-4633-AB83-5B2274B72197}" destId="{D50466E1-DED0-4697-AE32-88D8F1494085}" srcOrd="0" destOrd="0" presId="urn:microsoft.com/office/officeart/2005/8/layout/bProcess4"/>
    <dgm:cxn modelId="{7CF66C48-040C-4B1B-A987-42E38B7D6401}" type="presParOf" srcId="{48701247-7F93-4633-AB83-5B2274B72197}" destId="{1EDD38DB-C3F6-44D8-A361-F3A881A6C781}" srcOrd="1" destOrd="0" presId="urn:microsoft.com/office/officeart/2005/8/layout/bProcess4"/>
    <dgm:cxn modelId="{7346F520-55A6-4BBD-9DC0-08FE93D93844}" type="presParOf" srcId="{D6E3E720-0754-4B40-BC3E-52EB37CB67E5}" destId="{9D129DF7-031C-4D39-84C5-AAE67E172925}" srcOrd="11" destOrd="0" presId="urn:microsoft.com/office/officeart/2005/8/layout/bProcess4"/>
    <dgm:cxn modelId="{B2C26021-49ED-447D-88C5-DF426E765E79}" type="presParOf" srcId="{D6E3E720-0754-4B40-BC3E-52EB37CB67E5}" destId="{675080F5-C8D9-4BDC-B733-7C2438EBF655}" srcOrd="12" destOrd="0" presId="urn:microsoft.com/office/officeart/2005/8/layout/bProcess4"/>
    <dgm:cxn modelId="{A01E5932-82FB-4BF4-94F0-79FB62AE48E4}" type="presParOf" srcId="{675080F5-C8D9-4BDC-B733-7C2438EBF655}" destId="{F15BD4CA-21BA-428C-BD3A-B1EC95077267}" srcOrd="0" destOrd="0" presId="urn:microsoft.com/office/officeart/2005/8/layout/bProcess4"/>
    <dgm:cxn modelId="{DB7C0C59-BEAB-4CA7-8932-9DCBA1BB4A20}" type="presParOf" srcId="{675080F5-C8D9-4BDC-B733-7C2438EBF655}" destId="{6A09DA4F-8C22-414E-8FE4-FFA8EE511957}" srcOrd="1" destOrd="0" presId="urn:microsoft.com/office/officeart/2005/8/layout/bProcess4"/>
    <dgm:cxn modelId="{851B524B-5918-4A19-893A-FE360B7247CC}" type="presParOf" srcId="{D6E3E720-0754-4B40-BC3E-52EB37CB67E5}" destId="{1C9F91DD-CF1B-4431-A3CD-2AEB7230C6EA}" srcOrd="13" destOrd="0" presId="urn:microsoft.com/office/officeart/2005/8/layout/bProcess4"/>
    <dgm:cxn modelId="{78A08847-BBF2-4F74-8D9E-9CD57308F4B0}" type="presParOf" srcId="{D6E3E720-0754-4B40-BC3E-52EB37CB67E5}" destId="{4A592C26-66A9-4EC5-A79C-DE2B23A04277}" srcOrd="14" destOrd="0" presId="urn:microsoft.com/office/officeart/2005/8/layout/bProcess4"/>
    <dgm:cxn modelId="{9DD684D2-3F4B-4F64-A655-BB715885D496}" type="presParOf" srcId="{4A592C26-66A9-4EC5-A79C-DE2B23A04277}" destId="{840794BA-BA17-4077-B6C1-E237D0FE69E0}" srcOrd="0" destOrd="0" presId="urn:microsoft.com/office/officeart/2005/8/layout/bProcess4"/>
    <dgm:cxn modelId="{24A362E8-4973-4B1A-A5F8-896C4C2392EB}" type="presParOf" srcId="{4A592C26-66A9-4EC5-A79C-DE2B23A04277}" destId="{2256E403-58AB-46ED-95CA-37543371910A}" srcOrd="1" destOrd="0" presId="urn:microsoft.com/office/officeart/2005/8/layout/bProcess4"/>
    <dgm:cxn modelId="{4882E30E-FCDD-46BA-A68B-6E3A831A578E}" type="presParOf" srcId="{D6E3E720-0754-4B40-BC3E-52EB37CB67E5}" destId="{47DA2169-89F8-4E71-82CA-4760DB4165EA}" srcOrd="15" destOrd="0" presId="urn:microsoft.com/office/officeart/2005/8/layout/bProcess4"/>
    <dgm:cxn modelId="{7CD3272D-3960-43E4-809B-39119531D49D}" type="presParOf" srcId="{D6E3E720-0754-4B40-BC3E-52EB37CB67E5}" destId="{D0777EC0-EDDD-4FFE-A00B-0CFF3A727C7C}" srcOrd="16" destOrd="0" presId="urn:microsoft.com/office/officeart/2005/8/layout/bProcess4"/>
    <dgm:cxn modelId="{D7F09704-76F5-47DD-B69E-DBFEAEE01563}" type="presParOf" srcId="{D0777EC0-EDDD-4FFE-A00B-0CFF3A727C7C}" destId="{6E272D8B-8685-4322-BDC1-3738C93005B8}" srcOrd="0" destOrd="0" presId="urn:microsoft.com/office/officeart/2005/8/layout/bProcess4"/>
    <dgm:cxn modelId="{25BFAAD1-FA33-4592-BD48-B4FCC4C69932}" type="presParOf" srcId="{D0777EC0-EDDD-4FFE-A00B-0CFF3A727C7C}" destId="{BBB5D507-C574-4CBC-9E21-927A60DFC144}" srcOrd="1" destOrd="0" presId="urn:microsoft.com/office/officeart/2005/8/layout/bProcess4"/>
    <dgm:cxn modelId="{B79179A0-1885-4C15-B768-1808CABEC28C}" type="presParOf" srcId="{D6E3E720-0754-4B40-BC3E-52EB37CB67E5}" destId="{0A44628E-0DCE-4FA5-A20A-71BBAFCA4FFD}" srcOrd="17" destOrd="0" presId="urn:microsoft.com/office/officeart/2005/8/layout/bProcess4"/>
    <dgm:cxn modelId="{3CD6DD28-FB11-43AE-AE23-A55F5B65A7C4}" type="presParOf" srcId="{D6E3E720-0754-4B40-BC3E-52EB37CB67E5}" destId="{659DC57B-B04B-45AE-8B99-6ACD224CDA59}" srcOrd="18" destOrd="0" presId="urn:microsoft.com/office/officeart/2005/8/layout/bProcess4"/>
    <dgm:cxn modelId="{9A6BE4AD-D5DB-427F-9634-48F53A73EB91}" type="presParOf" srcId="{659DC57B-B04B-45AE-8B99-6ACD224CDA59}" destId="{E84181AC-382F-4328-9439-5C4323AD74DA}" srcOrd="0" destOrd="0" presId="urn:microsoft.com/office/officeart/2005/8/layout/bProcess4"/>
    <dgm:cxn modelId="{153351EB-06CA-4175-8D1F-1D676A17878D}" type="presParOf" srcId="{659DC57B-B04B-45AE-8B99-6ACD224CDA59}" destId="{1D787FAA-D218-43E8-BC8C-28E059533A31}" srcOrd="1" destOrd="0" presId="urn:microsoft.com/office/officeart/2005/8/layout/bProcess4"/>
    <dgm:cxn modelId="{3D0C9A17-636F-43A1-A63F-9D1A79BFFCCA}" type="presParOf" srcId="{D6E3E720-0754-4B40-BC3E-52EB37CB67E5}" destId="{F3377B2D-A430-49D4-B4E0-2BC5AF073F70}" srcOrd="19" destOrd="0" presId="urn:microsoft.com/office/officeart/2005/8/layout/bProcess4"/>
    <dgm:cxn modelId="{D4EDA819-8F8B-4071-91BD-3D82D68EB0BC}" type="presParOf" srcId="{D6E3E720-0754-4B40-BC3E-52EB37CB67E5}" destId="{B4885473-E20B-49BC-90DC-47D6968854A9}" srcOrd="20" destOrd="0" presId="urn:microsoft.com/office/officeart/2005/8/layout/bProcess4"/>
    <dgm:cxn modelId="{5D9853DD-F58F-4567-9688-5FBE7D775314}" type="presParOf" srcId="{B4885473-E20B-49BC-90DC-47D6968854A9}" destId="{7734515A-6E47-4212-866E-A1B5C9A93D10}" srcOrd="0" destOrd="0" presId="urn:microsoft.com/office/officeart/2005/8/layout/bProcess4"/>
    <dgm:cxn modelId="{809D3F3C-6850-4F8F-97E4-F4A75FAFB796}" type="presParOf" srcId="{B4885473-E20B-49BC-90DC-47D6968854A9}" destId="{C6DF36D1-96E0-43E2-B9C7-B3D023036D46}" srcOrd="1" destOrd="0" presId="urn:microsoft.com/office/officeart/2005/8/layout/bProcess4"/>
    <dgm:cxn modelId="{CF125190-A3F0-48B1-A3CE-8EA53AA0D217}" type="presParOf" srcId="{D6E3E720-0754-4B40-BC3E-52EB37CB67E5}" destId="{838D3D89-0028-4BBB-AED9-8D24F60C78D1}" srcOrd="21" destOrd="0" presId="urn:microsoft.com/office/officeart/2005/8/layout/bProcess4"/>
    <dgm:cxn modelId="{B4DB0B59-F377-4125-9575-6D897E6B51B4}" type="presParOf" srcId="{D6E3E720-0754-4B40-BC3E-52EB37CB67E5}" destId="{88A1CE76-7904-47C9-B101-3AC2A5F10C14}" srcOrd="22" destOrd="0" presId="urn:microsoft.com/office/officeart/2005/8/layout/bProcess4"/>
    <dgm:cxn modelId="{AF37D7C8-C72A-40B0-AA51-0AD9F0C14FB7}" type="presParOf" srcId="{88A1CE76-7904-47C9-B101-3AC2A5F10C14}" destId="{75FD40E1-740A-4254-BF68-E052719F85DC}" srcOrd="0" destOrd="0" presId="urn:microsoft.com/office/officeart/2005/8/layout/bProcess4"/>
    <dgm:cxn modelId="{4E0178DA-29B3-41AB-A816-85B0769BDA1A}" type="presParOf" srcId="{88A1CE76-7904-47C9-B101-3AC2A5F10C14}" destId="{FD9ADAA7-DDBF-4C28-B6FF-D02BEA04FA2A}" srcOrd="1" destOrd="0" presId="urn:microsoft.com/office/officeart/2005/8/layout/bProcess4"/>
    <dgm:cxn modelId="{5B7EE955-ED5A-4471-8E18-608690FBB8CC}" type="presParOf" srcId="{D6E3E720-0754-4B40-BC3E-52EB37CB67E5}" destId="{06470236-C9F3-46A8-9188-1A12522399D1}" srcOrd="23" destOrd="0" presId="urn:microsoft.com/office/officeart/2005/8/layout/bProcess4"/>
    <dgm:cxn modelId="{DD55E8B2-B5C3-4DC5-BA4E-A9F321800565}" type="presParOf" srcId="{D6E3E720-0754-4B40-BC3E-52EB37CB67E5}" destId="{A3CE1913-AD42-4466-8170-89A4DA8BBC5D}" srcOrd="24" destOrd="0" presId="urn:microsoft.com/office/officeart/2005/8/layout/bProcess4"/>
    <dgm:cxn modelId="{D18768E7-428D-4F52-A9C4-90EA5F32CF55}" type="presParOf" srcId="{A3CE1913-AD42-4466-8170-89A4DA8BBC5D}" destId="{F91C2D99-4F4C-4DF6-8510-E06FF5BBF262}" srcOrd="0" destOrd="0" presId="urn:microsoft.com/office/officeart/2005/8/layout/bProcess4"/>
    <dgm:cxn modelId="{9B1AF3E7-8CF1-44A7-BBB8-B25AAA9ADEED}" type="presParOf" srcId="{A3CE1913-AD42-4466-8170-89A4DA8BBC5D}" destId="{FDD08F13-BC93-4E17-BE01-5110F366663F}" srcOrd="1" destOrd="0" presId="urn:microsoft.com/office/officeart/2005/8/layout/bProcess4"/>
    <dgm:cxn modelId="{3A4E56EF-6DEB-4362-B2AD-732681CF0743}" type="presParOf" srcId="{D6E3E720-0754-4B40-BC3E-52EB37CB67E5}" destId="{23EE8A25-4822-4FC8-9A5D-BABC2BB5C189}" srcOrd="25" destOrd="0" presId="urn:microsoft.com/office/officeart/2005/8/layout/bProcess4"/>
    <dgm:cxn modelId="{31E59AC9-6955-409C-AC89-E3FB0966468E}" type="presParOf" srcId="{D6E3E720-0754-4B40-BC3E-52EB37CB67E5}" destId="{B7CD1559-CD36-4CAA-A1C9-06225C417EEE}" srcOrd="26" destOrd="0" presId="urn:microsoft.com/office/officeart/2005/8/layout/bProcess4"/>
    <dgm:cxn modelId="{9C55001A-CD83-4CDD-8AB4-555A16036E3B}" type="presParOf" srcId="{B7CD1559-CD36-4CAA-A1C9-06225C417EEE}" destId="{F416D48D-A6EA-4541-922E-C508203CB8F8}" srcOrd="0" destOrd="0" presId="urn:microsoft.com/office/officeart/2005/8/layout/bProcess4"/>
    <dgm:cxn modelId="{CDF15A7D-F985-417C-A71D-8BB0E41A3D87}" type="presParOf" srcId="{B7CD1559-CD36-4CAA-A1C9-06225C417EEE}" destId="{3536801B-B310-49DE-9AD0-35ADA1F62065}" srcOrd="1" destOrd="0" presId="urn:microsoft.com/office/officeart/2005/8/layout/bProcess4"/>
    <dgm:cxn modelId="{16EDC943-30A2-4934-96F5-4B9344A8FD68}" type="presParOf" srcId="{D6E3E720-0754-4B40-BC3E-52EB37CB67E5}" destId="{1A996703-4224-4E22-957D-D908A2DD8E0C}" srcOrd="27" destOrd="0" presId="urn:microsoft.com/office/officeart/2005/8/layout/bProcess4"/>
    <dgm:cxn modelId="{85D25FA5-105A-4002-816B-1DFA858ED9D1}" type="presParOf" srcId="{D6E3E720-0754-4B40-BC3E-52EB37CB67E5}" destId="{081D84DB-A576-4E9A-B06A-8218D126857C}" srcOrd="28" destOrd="0" presId="urn:microsoft.com/office/officeart/2005/8/layout/bProcess4"/>
    <dgm:cxn modelId="{76A82379-F6B9-4DDC-A8F8-6ABE7E694AEA}" type="presParOf" srcId="{081D84DB-A576-4E9A-B06A-8218D126857C}" destId="{96678870-7AC0-496D-B2DC-0A47298F7311}" srcOrd="0" destOrd="0" presId="urn:microsoft.com/office/officeart/2005/8/layout/bProcess4"/>
    <dgm:cxn modelId="{279BE97B-2172-4DA5-88C8-54DDFE7289A8}" type="presParOf" srcId="{081D84DB-A576-4E9A-B06A-8218D126857C}" destId="{97AB9875-D50D-4A92-BE39-EF433B730552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BC0DA4-0F87-402F-BFA7-70792D2E2927}">
      <dsp:nvSpPr>
        <dsp:cNvPr id="0" name=""/>
        <dsp:cNvSpPr/>
      </dsp:nvSpPr>
      <dsp:spPr>
        <a:xfrm rot="5400000">
          <a:off x="1229616" y="579213"/>
          <a:ext cx="901467" cy="10876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87189C-0382-433D-A705-5C907AB50F42}">
      <dsp:nvSpPr>
        <dsp:cNvPr id="0" name=""/>
        <dsp:cNvSpPr/>
      </dsp:nvSpPr>
      <dsp:spPr>
        <a:xfrm>
          <a:off x="1436212" y="2746"/>
          <a:ext cx="1208471" cy="7250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latin typeface="Gill Sans MT" panose="020B0502020104020203"/>
            </a:rPr>
            <a:t>Create Azure Subscription</a:t>
          </a:r>
          <a:endParaRPr lang="en-US" sz="900" kern="1200"/>
        </a:p>
      </dsp:txBody>
      <dsp:txXfrm>
        <a:off x="1457449" y="23983"/>
        <a:ext cx="1165997" cy="682609"/>
      </dsp:txXfrm>
    </dsp:sp>
    <dsp:sp modelId="{8894141C-17BA-48E2-A138-348373307C94}">
      <dsp:nvSpPr>
        <dsp:cNvPr id="0" name=""/>
        <dsp:cNvSpPr/>
      </dsp:nvSpPr>
      <dsp:spPr>
        <a:xfrm rot="5400000">
          <a:off x="1229616" y="1485567"/>
          <a:ext cx="901467" cy="10876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2E1ADF-BBDB-4D98-8568-B38477D6DC74}">
      <dsp:nvSpPr>
        <dsp:cNvPr id="0" name=""/>
        <dsp:cNvSpPr/>
      </dsp:nvSpPr>
      <dsp:spPr>
        <a:xfrm>
          <a:off x="1436212" y="909100"/>
          <a:ext cx="1208471" cy="7250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latin typeface="Gill Sans MT" panose="020B0502020104020203"/>
            </a:rPr>
            <a:t>Prepare </a:t>
          </a:r>
          <a:r>
            <a:rPr lang="en-US" sz="900" kern="1200" err="1">
              <a:latin typeface="Gill Sans MT" panose="020B0502020104020203"/>
            </a:rPr>
            <a:t>DevLabs</a:t>
          </a:r>
          <a:endParaRPr lang="en-US" sz="900" kern="1200"/>
        </a:p>
      </dsp:txBody>
      <dsp:txXfrm>
        <a:off x="1457449" y="930337"/>
        <a:ext cx="1165997" cy="682609"/>
      </dsp:txXfrm>
    </dsp:sp>
    <dsp:sp modelId="{6260CB7C-0C32-4FF2-ABBF-8C52EF7EC445}">
      <dsp:nvSpPr>
        <dsp:cNvPr id="0" name=""/>
        <dsp:cNvSpPr/>
      </dsp:nvSpPr>
      <dsp:spPr>
        <a:xfrm rot="5400000">
          <a:off x="1229616" y="2391921"/>
          <a:ext cx="901467" cy="10876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88D69F-B064-4207-957F-F61E82682400}">
      <dsp:nvSpPr>
        <dsp:cNvPr id="0" name=""/>
        <dsp:cNvSpPr/>
      </dsp:nvSpPr>
      <dsp:spPr>
        <a:xfrm>
          <a:off x="1436212" y="1815454"/>
          <a:ext cx="1208471" cy="7250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latin typeface="Gill Sans MT" panose="020B0502020104020203"/>
            </a:rPr>
            <a:t>ACR Setup</a:t>
          </a:r>
        </a:p>
      </dsp:txBody>
      <dsp:txXfrm>
        <a:off x="1457449" y="1836691"/>
        <a:ext cx="1165997" cy="682609"/>
      </dsp:txXfrm>
    </dsp:sp>
    <dsp:sp modelId="{27193696-E6C0-42CE-A4FF-07FCFC699404}">
      <dsp:nvSpPr>
        <dsp:cNvPr id="0" name=""/>
        <dsp:cNvSpPr/>
      </dsp:nvSpPr>
      <dsp:spPr>
        <a:xfrm>
          <a:off x="1682793" y="2845098"/>
          <a:ext cx="1602381" cy="10876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3A0D0F-6F29-4F53-9664-1B8897C5AC9D}">
      <dsp:nvSpPr>
        <dsp:cNvPr id="0" name=""/>
        <dsp:cNvSpPr/>
      </dsp:nvSpPr>
      <dsp:spPr>
        <a:xfrm>
          <a:off x="1436212" y="2721808"/>
          <a:ext cx="1208471" cy="7250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latin typeface="Gill Sans MT" panose="020B0502020104020203"/>
            </a:rPr>
            <a:t>Docker Image Prep</a:t>
          </a:r>
          <a:endParaRPr lang="en-US" sz="900" kern="1200"/>
        </a:p>
      </dsp:txBody>
      <dsp:txXfrm>
        <a:off x="1457449" y="2743045"/>
        <a:ext cx="1165997" cy="682609"/>
      </dsp:txXfrm>
    </dsp:sp>
    <dsp:sp modelId="{727B39C1-A25F-43C3-B615-BA6807A43A58}">
      <dsp:nvSpPr>
        <dsp:cNvPr id="0" name=""/>
        <dsp:cNvSpPr/>
      </dsp:nvSpPr>
      <dsp:spPr>
        <a:xfrm rot="16200000">
          <a:off x="2836884" y="2391921"/>
          <a:ext cx="901467" cy="10876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2BF27F-87A4-4A35-96BC-150FC4710677}">
      <dsp:nvSpPr>
        <dsp:cNvPr id="0" name=""/>
        <dsp:cNvSpPr/>
      </dsp:nvSpPr>
      <dsp:spPr>
        <a:xfrm>
          <a:off x="3043480" y="2721808"/>
          <a:ext cx="1208471" cy="7250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latin typeface="Gill Sans MT" panose="020B0502020104020203"/>
            </a:rPr>
            <a:t>Push Images to ACR</a:t>
          </a:r>
          <a:endParaRPr lang="en-US" sz="900" kern="1200"/>
        </a:p>
      </dsp:txBody>
      <dsp:txXfrm>
        <a:off x="3064717" y="2743045"/>
        <a:ext cx="1165997" cy="682609"/>
      </dsp:txXfrm>
    </dsp:sp>
    <dsp:sp modelId="{9D129DF7-031C-4D39-84C5-AAE67E172925}">
      <dsp:nvSpPr>
        <dsp:cNvPr id="0" name=""/>
        <dsp:cNvSpPr/>
      </dsp:nvSpPr>
      <dsp:spPr>
        <a:xfrm rot="16200000">
          <a:off x="2836884" y="1485567"/>
          <a:ext cx="901467" cy="10876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DD38DB-C3F6-44D8-A361-F3A881A6C781}">
      <dsp:nvSpPr>
        <dsp:cNvPr id="0" name=""/>
        <dsp:cNvSpPr/>
      </dsp:nvSpPr>
      <dsp:spPr>
        <a:xfrm>
          <a:off x="3043480" y="1815454"/>
          <a:ext cx="1208471" cy="7250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latin typeface="Gill Sans MT" panose="020B0502020104020203"/>
            </a:rPr>
            <a:t>AKS Setup +DAPR Installation</a:t>
          </a:r>
          <a:endParaRPr lang="en-US" sz="900" kern="1200"/>
        </a:p>
      </dsp:txBody>
      <dsp:txXfrm>
        <a:off x="3064717" y="1836691"/>
        <a:ext cx="1165997" cy="682609"/>
      </dsp:txXfrm>
    </dsp:sp>
    <dsp:sp modelId="{1C9F91DD-CF1B-4431-A3CD-2AEB7230C6EA}">
      <dsp:nvSpPr>
        <dsp:cNvPr id="0" name=""/>
        <dsp:cNvSpPr/>
      </dsp:nvSpPr>
      <dsp:spPr>
        <a:xfrm rot="16200000">
          <a:off x="2836884" y="579213"/>
          <a:ext cx="901467" cy="10876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09DA4F-8C22-414E-8FE4-FFA8EE511957}">
      <dsp:nvSpPr>
        <dsp:cNvPr id="0" name=""/>
        <dsp:cNvSpPr/>
      </dsp:nvSpPr>
      <dsp:spPr>
        <a:xfrm>
          <a:off x="3043480" y="909100"/>
          <a:ext cx="1208471" cy="7250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0" lvl="0" indent="0" algn="l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latin typeface="Gill Sans MT" panose="020B0502020104020203"/>
            </a:rPr>
            <a:t>Resource creation </a:t>
          </a:r>
          <a:endParaRPr lang="en-US" sz="900" kern="1200"/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err="1">
              <a:latin typeface="Gill Sans MT" panose="020B0502020104020203"/>
            </a:rPr>
            <a:t>CosmosDB</a:t>
          </a:r>
          <a:endParaRPr lang="en-US" sz="700" kern="1200" err="1"/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>
              <a:latin typeface="Gill Sans MT" panose="020B0502020104020203"/>
            </a:rPr>
            <a:t>Storage</a:t>
          </a:r>
          <a:endParaRPr lang="en-US" sz="700" kern="1200"/>
        </a:p>
        <a:p>
          <a:pPr marL="57150" lvl="1" indent="-57150" algn="l" defTabSz="3111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err="1">
              <a:latin typeface="Gill Sans MT" panose="020B0502020104020203"/>
            </a:rPr>
            <a:t>Servicebus</a:t>
          </a:r>
          <a:endParaRPr lang="en-US" sz="700" kern="1200" err="1"/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err="1">
              <a:latin typeface="Gill Sans MT" panose="020B0502020104020203"/>
            </a:rPr>
            <a:t>CustomVision</a:t>
          </a:r>
        </a:p>
      </dsp:txBody>
      <dsp:txXfrm>
        <a:off x="3064717" y="930337"/>
        <a:ext cx="1165997" cy="682609"/>
      </dsp:txXfrm>
    </dsp:sp>
    <dsp:sp modelId="{47DA2169-89F8-4E71-82CA-4760DB4165EA}">
      <dsp:nvSpPr>
        <dsp:cNvPr id="0" name=""/>
        <dsp:cNvSpPr/>
      </dsp:nvSpPr>
      <dsp:spPr>
        <a:xfrm>
          <a:off x="3290061" y="126036"/>
          <a:ext cx="1602381" cy="10876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56E403-58AB-46ED-95CA-37543371910A}">
      <dsp:nvSpPr>
        <dsp:cNvPr id="0" name=""/>
        <dsp:cNvSpPr/>
      </dsp:nvSpPr>
      <dsp:spPr>
        <a:xfrm>
          <a:off x="3043480" y="2746"/>
          <a:ext cx="1208471" cy="7250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latin typeface="Gill Sans MT" panose="020B0502020104020203"/>
            </a:rPr>
            <a:t>Ingress Setup</a:t>
          </a:r>
        </a:p>
      </dsp:txBody>
      <dsp:txXfrm>
        <a:off x="3064717" y="23983"/>
        <a:ext cx="1165997" cy="682609"/>
      </dsp:txXfrm>
    </dsp:sp>
    <dsp:sp modelId="{0A44628E-0DCE-4FA5-A20A-71BBAFCA4FFD}">
      <dsp:nvSpPr>
        <dsp:cNvPr id="0" name=""/>
        <dsp:cNvSpPr/>
      </dsp:nvSpPr>
      <dsp:spPr>
        <a:xfrm rot="5400000">
          <a:off x="4444151" y="579213"/>
          <a:ext cx="901467" cy="10876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B5D507-C574-4CBC-9E21-927A60DFC144}">
      <dsp:nvSpPr>
        <dsp:cNvPr id="0" name=""/>
        <dsp:cNvSpPr/>
      </dsp:nvSpPr>
      <dsp:spPr>
        <a:xfrm>
          <a:off x="4650747" y="2746"/>
          <a:ext cx="1208471" cy="7250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solidFill>
                <a:schemeClr val="bg1"/>
              </a:solidFill>
              <a:latin typeface="Gill Sans MT" panose="020B0502020104020203"/>
            </a:rPr>
            <a:t>Adjust </a:t>
          </a:r>
          <a:r>
            <a:rPr lang="en-US" sz="900" kern="1200" err="1">
              <a:solidFill>
                <a:schemeClr val="bg1"/>
              </a:solidFill>
              <a:latin typeface="Gill Sans MT" panose="020B0502020104020203"/>
            </a:rPr>
            <a:t>config.bicep</a:t>
          </a:r>
          <a:r>
            <a:rPr lang="en-US" sz="900" kern="1200">
              <a:solidFill>
                <a:schemeClr val="bg1"/>
              </a:solidFill>
              <a:latin typeface="Gill Sans MT" panose="020B0502020104020203"/>
            </a:rPr>
            <a:t> and deploy</a:t>
          </a:r>
          <a:endParaRPr lang="en-US" sz="900" kern="1200">
            <a:solidFill>
              <a:schemeClr val="bg1"/>
            </a:solidFill>
          </a:endParaRPr>
        </a:p>
      </dsp:txBody>
      <dsp:txXfrm>
        <a:off x="4671984" y="23983"/>
        <a:ext cx="1165997" cy="682609"/>
      </dsp:txXfrm>
    </dsp:sp>
    <dsp:sp modelId="{F3377B2D-A430-49D4-B4E0-2BC5AF073F70}">
      <dsp:nvSpPr>
        <dsp:cNvPr id="0" name=""/>
        <dsp:cNvSpPr/>
      </dsp:nvSpPr>
      <dsp:spPr>
        <a:xfrm rot="5400000">
          <a:off x="4444151" y="1485567"/>
          <a:ext cx="901467" cy="10876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787FAA-D218-43E8-BC8C-28E059533A31}">
      <dsp:nvSpPr>
        <dsp:cNvPr id="0" name=""/>
        <dsp:cNvSpPr/>
      </dsp:nvSpPr>
      <dsp:spPr>
        <a:xfrm>
          <a:off x="4650747" y="909100"/>
          <a:ext cx="1208471" cy="7250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solidFill>
                <a:srgbClr val="444444"/>
              </a:solidFill>
              <a:latin typeface="Calibri"/>
              <a:ea typeface="Calibri"/>
              <a:cs typeface="Calibri"/>
            </a:rPr>
            <a:t>Adjust app.bicep and deploy</a:t>
          </a:r>
        </a:p>
      </dsp:txBody>
      <dsp:txXfrm>
        <a:off x="4671984" y="930337"/>
        <a:ext cx="1165997" cy="682609"/>
      </dsp:txXfrm>
    </dsp:sp>
    <dsp:sp modelId="{838D3D89-0028-4BBB-AED9-8D24F60C78D1}">
      <dsp:nvSpPr>
        <dsp:cNvPr id="0" name=""/>
        <dsp:cNvSpPr/>
      </dsp:nvSpPr>
      <dsp:spPr>
        <a:xfrm rot="5400000">
          <a:off x="4444151" y="2391921"/>
          <a:ext cx="901467" cy="10876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DF36D1-96E0-43E2-B9C7-B3D023036D46}">
      <dsp:nvSpPr>
        <dsp:cNvPr id="0" name=""/>
        <dsp:cNvSpPr/>
      </dsp:nvSpPr>
      <dsp:spPr>
        <a:xfrm>
          <a:off x="4650747" y="1815454"/>
          <a:ext cx="1208471" cy="7250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latin typeface="Gill Sans MT" panose="020B0502020104020203"/>
            </a:rPr>
            <a:t>Deploy .yaml-files</a:t>
          </a:r>
        </a:p>
      </dsp:txBody>
      <dsp:txXfrm>
        <a:off x="4671984" y="1836691"/>
        <a:ext cx="1165997" cy="682609"/>
      </dsp:txXfrm>
    </dsp:sp>
    <dsp:sp modelId="{06470236-C9F3-46A8-9188-1A12522399D1}">
      <dsp:nvSpPr>
        <dsp:cNvPr id="0" name=""/>
        <dsp:cNvSpPr/>
      </dsp:nvSpPr>
      <dsp:spPr>
        <a:xfrm>
          <a:off x="4897328" y="2845098"/>
          <a:ext cx="1602381" cy="10876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9ADAA7-DDBF-4C28-B6FF-D02BEA04FA2A}">
      <dsp:nvSpPr>
        <dsp:cNvPr id="0" name=""/>
        <dsp:cNvSpPr/>
      </dsp:nvSpPr>
      <dsp:spPr>
        <a:xfrm>
          <a:off x="4650747" y="2721808"/>
          <a:ext cx="1208471" cy="7250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latin typeface="Gill Sans MT" panose="020B0502020104020203"/>
            </a:rPr>
            <a:t>Upload 5 same dog-images</a:t>
          </a:r>
        </a:p>
      </dsp:txBody>
      <dsp:txXfrm>
        <a:off x="4671984" y="2743045"/>
        <a:ext cx="1165997" cy="682609"/>
      </dsp:txXfrm>
    </dsp:sp>
    <dsp:sp modelId="{23EE8A25-4822-4FC8-9A5D-BABC2BB5C189}">
      <dsp:nvSpPr>
        <dsp:cNvPr id="0" name=""/>
        <dsp:cNvSpPr/>
      </dsp:nvSpPr>
      <dsp:spPr>
        <a:xfrm rot="16200000">
          <a:off x="6051419" y="2391921"/>
          <a:ext cx="901467" cy="10876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D08F13-BC93-4E17-BE01-5110F366663F}">
      <dsp:nvSpPr>
        <dsp:cNvPr id="0" name=""/>
        <dsp:cNvSpPr/>
      </dsp:nvSpPr>
      <dsp:spPr>
        <a:xfrm>
          <a:off x="6258015" y="2721808"/>
          <a:ext cx="1208471" cy="7250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latin typeface="Gill Sans MT" panose="020B0502020104020203"/>
            </a:rPr>
            <a:t>Start Training</a:t>
          </a:r>
        </a:p>
      </dsp:txBody>
      <dsp:txXfrm>
        <a:off x="6279252" y="2743045"/>
        <a:ext cx="1165997" cy="682609"/>
      </dsp:txXfrm>
    </dsp:sp>
    <dsp:sp modelId="{1A996703-4224-4E22-957D-D908A2DD8E0C}">
      <dsp:nvSpPr>
        <dsp:cNvPr id="0" name=""/>
        <dsp:cNvSpPr/>
      </dsp:nvSpPr>
      <dsp:spPr>
        <a:xfrm rot="16200000">
          <a:off x="6051419" y="1485567"/>
          <a:ext cx="901467" cy="10876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36801B-B310-49DE-9AD0-35ADA1F62065}">
      <dsp:nvSpPr>
        <dsp:cNvPr id="0" name=""/>
        <dsp:cNvSpPr/>
      </dsp:nvSpPr>
      <dsp:spPr>
        <a:xfrm>
          <a:off x="6258015" y="1815454"/>
          <a:ext cx="1208471" cy="7250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latin typeface="Gill Sans MT" panose="020B0502020104020203"/>
            </a:rPr>
            <a:t>Publish the Iteration manually</a:t>
          </a:r>
        </a:p>
      </dsp:txBody>
      <dsp:txXfrm>
        <a:off x="6279252" y="1836691"/>
        <a:ext cx="1165997" cy="682609"/>
      </dsp:txXfrm>
    </dsp:sp>
    <dsp:sp modelId="{97AB9875-D50D-4A92-BE39-EF433B730552}">
      <dsp:nvSpPr>
        <dsp:cNvPr id="0" name=""/>
        <dsp:cNvSpPr/>
      </dsp:nvSpPr>
      <dsp:spPr>
        <a:xfrm>
          <a:off x="6258015" y="909100"/>
          <a:ext cx="1208471" cy="7250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latin typeface="Gill Sans MT" panose="020B0502020104020203"/>
            </a:rPr>
            <a:t>Validation by using Found Pet</a:t>
          </a:r>
        </a:p>
      </dsp:txBody>
      <dsp:txXfrm>
        <a:off x="6279252" y="930337"/>
        <a:ext cx="1165997" cy="6826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1A9778A4-5989-4B73-B806-3D313DF86FB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7EA4154-7C38-4947-B5AD-02E491995EF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1CF449-96F2-4140-9ACD-00D2DB603D3A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CE34BB0-A96D-4A76-9F13-8E5E0F1767B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ECE0EC8-3BAE-4AE4-AB08-BAFB99590B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49A195-F19A-4BDD-A61C-6C0960F12D8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376828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noProof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A953E0-B6BA-4FDC-A9D7-5E3E2548A0EF}" type="datetimeFigureOut">
              <a:rPr lang="de-DE" noProof="0" smtClean="0"/>
              <a:t>12.03.2026</a:t>
            </a:fld>
            <a:endParaRPr lang="de-DE" noProof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Textmasterformate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059D1-1E64-4095-816B-E25F58AA521B}" type="slidenum">
              <a:rPr lang="de-DE" noProof="0" smtClean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97056426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059D1-1E64-4095-816B-E25F58AA521B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90606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059D1-1E64-4095-816B-E25F58AA521B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81092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18B8F-CDCF-6CC3-A0FF-6E2DF4B9A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0427C20-2729-0183-3589-46A3E9C4E2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F968337-8A3F-DE2D-1002-94CC7FDA55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ADAD79B-A11E-E0D0-9C3D-71E842EF6F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059D1-1E64-4095-816B-E25F58AA521B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58581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22F2C-186D-8730-B528-241C5D864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47AE91D-7DDC-2608-888E-E00ABE0008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4BC4A39-5614-9E37-2BB7-D68C4636A4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>
                <a:ea typeface="Calibri"/>
                <a:cs typeface="Calibri"/>
              </a:rPr>
              <a:t>~5min</a:t>
            </a:r>
            <a:endParaRPr lang="de-DE"/>
          </a:p>
          <a:p>
            <a:r>
              <a:rPr lang="de-DE"/>
              <a:t>* Deploy Azure Resources (Cluster, </a:t>
            </a:r>
            <a:r>
              <a:rPr lang="de-DE" err="1"/>
              <a:t>Cosmos</a:t>
            </a:r>
            <a:r>
              <a:rPr lang="de-DE"/>
              <a:t> DB, Custom Vision, etc.)</a:t>
            </a:r>
            <a:br>
              <a:rPr lang="de-DE">
                <a:cs typeface="+mn-lt"/>
              </a:rPr>
            </a:br>
            <a:r>
              <a:rPr lang="de-DE"/>
              <a:t> * </a:t>
            </a:r>
            <a:r>
              <a:rPr lang="de-DE" err="1"/>
              <a:t>Build</a:t>
            </a:r>
            <a:r>
              <a:rPr lang="de-DE"/>
              <a:t> and push Docker Images </a:t>
            </a:r>
            <a:r>
              <a:rPr lang="de-DE" err="1"/>
              <a:t>for</a:t>
            </a:r>
            <a:r>
              <a:rPr lang="de-DE"/>
              <a:t> FE &amp; BE </a:t>
            </a:r>
            <a:r>
              <a:rPr lang="de-DE" err="1"/>
              <a:t>to</a:t>
            </a:r>
            <a:r>
              <a:rPr lang="de-DE"/>
              <a:t> Azure Container Registry</a:t>
            </a:r>
            <a:br>
              <a:rPr lang="de-DE">
                <a:cs typeface="+mn-lt"/>
              </a:rPr>
            </a:br>
            <a:r>
              <a:rPr lang="de-DE"/>
              <a:t> * Deploy </a:t>
            </a:r>
            <a:r>
              <a:rPr lang="de-DE" err="1"/>
              <a:t>config</a:t>
            </a:r>
            <a:r>
              <a:rPr lang="de-DE"/>
              <a:t> &amp; </a:t>
            </a:r>
            <a:r>
              <a:rPr lang="de-DE" err="1"/>
              <a:t>app</a:t>
            </a:r>
            <a:br>
              <a:rPr lang="de-DE">
                <a:cs typeface="+mn-lt"/>
              </a:rPr>
            </a:br>
            <a:r>
              <a:rPr lang="de-DE"/>
              <a:t> * </a:t>
            </a:r>
            <a:r>
              <a:rPr lang="de-DE" err="1"/>
              <a:t>Apply</a:t>
            </a:r>
            <a:r>
              <a:rPr lang="de-DE"/>
              <a:t> </a:t>
            </a:r>
            <a:r>
              <a:rPr lang="de-DE" err="1"/>
              <a:t>helm</a:t>
            </a:r>
            <a:r>
              <a:rPr lang="de-DE"/>
              <a:t> </a:t>
            </a:r>
            <a:r>
              <a:rPr lang="de-DE" err="1"/>
              <a:t>charts</a:t>
            </a:r>
            <a:r>
              <a:rPr lang="de-DE"/>
              <a:t> </a:t>
            </a:r>
            <a:r>
              <a:rPr lang="de-DE" err="1"/>
              <a:t>for</a:t>
            </a:r>
            <a:r>
              <a:rPr lang="de-DE"/>
              <a:t> </a:t>
            </a:r>
            <a:r>
              <a:rPr lang="de-DE" err="1"/>
              <a:t>dapr</a:t>
            </a:r>
            <a:r>
              <a:rPr lang="de-DE"/>
              <a:t> </a:t>
            </a:r>
            <a:r>
              <a:rPr lang="de-DE" err="1"/>
              <a:t>sidecars</a:t>
            </a:r>
            <a:r>
              <a:rPr lang="de-DE"/>
              <a:t> (</a:t>
            </a:r>
            <a:r>
              <a:rPr lang="de-DE" err="1"/>
              <a:t>using</a:t>
            </a:r>
            <a:r>
              <a:rPr lang="de-DE"/>
              <a:t> </a:t>
            </a:r>
            <a:r>
              <a:rPr lang="de-DE" err="1"/>
              <a:t>building</a:t>
            </a:r>
            <a:r>
              <a:rPr lang="de-DE"/>
              <a:t> </a:t>
            </a:r>
            <a:r>
              <a:rPr lang="de-DE" err="1"/>
              <a:t>blocks</a:t>
            </a:r>
            <a:r>
              <a:rPr lang="de-DE"/>
              <a:t> </a:t>
            </a:r>
            <a:r>
              <a:rPr lang="de-DE" err="1"/>
              <a:t>for</a:t>
            </a:r>
            <a:r>
              <a:rPr lang="de-DE"/>
              <a:t> </a:t>
            </a:r>
            <a:r>
              <a:rPr lang="de-DE" err="1"/>
              <a:t>state</a:t>
            </a:r>
            <a:r>
              <a:rPr lang="de-DE"/>
              <a:t> </a:t>
            </a:r>
            <a:r>
              <a:rPr lang="de-DE" err="1"/>
              <a:t>management</a:t>
            </a:r>
            <a:r>
              <a:rPr lang="de-DE"/>
              <a:t>, </a:t>
            </a:r>
            <a:r>
              <a:rPr lang="de-DE" err="1"/>
              <a:t>bindings</a:t>
            </a:r>
            <a:r>
              <a:rPr lang="de-DE"/>
              <a:t> and </a:t>
            </a:r>
            <a:r>
              <a:rPr lang="de-DE" err="1"/>
              <a:t>pubsub</a:t>
            </a:r>
            <a:r>
              <a:rPr lang="de-DE"/>
              <a:t>) -&gt; </a:t>
            </a:r>
            <a:r>
              <a:rPr lang="de-DE" err="1"/>
              <a:t>RabbitMQ</a:t>
            </a:r>
            <a:r>
              <a:rPr lang="de-DE"/>
              <a:t>, Apache Kafka, </a:t>
            </a:r>
            <a:r>
              <a:rPr lang="de-DE" err="1"/>
              <a:t>Redis</a:t>
            </a:r>
            <a:r>
              <a:rPr lang="de-DE"/>
              <a:t>, Azure Service Bus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423BBB8-1683-989E-2B9F-BC0163A40E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059D1-1E64-4095-816B-E25F58AA521B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11014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59330-5C02-21A1-4B67-C66086D7A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413489C-55EB-350B-0A96-FAB79F1A98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EE82678-088A-644C-D27B-F9DF033D79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268E686-9315-1057-4EEB-F0C1EFA614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059D1-1E64-4095-816B-E25F58AA521B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88437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2-3min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059D1-1E64-4095-816B-E25F58AA521B}" type="slidenum">
              <a:rPr lang="de-DE" noProof="0" smtClean="0"/>
              <a:t>7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4825271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2-3min</a:t>
            </a:r>
          </a:p>
          <a:p>
            <a:r>
              <a:rPr lang="en-US">
                <a:ea typeface="Calibri"/>
                <a:cs typeface="Calibri"/>
              </a:rPr>
              <a:t>Why Cosmos DB 0 Storage =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059D1-1E64-4095-816B-E25F58AA521B}" type="slidenum">
              <a:rPr lang="de-DE" noProof="0" smtClean="0"/>
              <a:t>8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8079540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~2min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059D1-1E64-4095-816B-E25F58AA521B}" type="slidenum">
              <a:rPr lang="de-DE" noProof="0" smtClean="0"/>
              <a:t>9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299553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de-DE" noProof="0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6F017FFA-7AEE-4C00-88EF-1712D868907B}" type="datetime1">
              <a:rPr lang="de-DE" noProof="0" smtClean="0"/>
              <a:t>12.03.2026</a:t>
            </a:fld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de-DE" noProof="0" smtClean="0"/>
              <a:pPr rtl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>
            <a:spLocks noChangeAspect="1"/>
          </p:cNvSpPr>
          <p:nvPr/>
        </p:nvSpPr>
        <p:spPr>
          <a:xfrm>
            <a:off x="440286" y="614407"/>
            <a:ext cx="11309338" cy="79275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CH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1192" y="702156"/>
            <a:ext cx="11029616" cy="638964"/>
          </a:xfrm>
        </p:spPr>
        <p:txBody>
          <a:bodyPr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581192" y="1584960"/>
            <a:ext cx="11029615" cy="4273839"/>
          </a:xfrm>
        </p:spPr>
        <p:txBody>
          <a:bodyPr rtlCol="0"/>
          <a:lstStyle/>
          <a:p>
            <a:pPr lvl="0" rtl="0"/>
            <a:r>
              <a:rPr lang="de-DE" noProof="0"/>
              <a:t>Textmasterformate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500A958-47F8-4A25-9D65-93789F465065}" type="datetime1">
              <a:rPr lang="de-DE" noProof="0" smtClean="0"/>
              <a:t>12.03.2026</a:t>
            </a:fld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de-DE" noProof="0" smtClean="0"/>
              <a:pPr rtl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52FD7EF8-B80C-4EAF-BDE9-3F6BA4E2A20F}" type="datetime1">
              <a:rPr lang="de-DE" noProof="0" smtClean="0"/>
              <a:t>12.03.2026</a:t>
            </a:fld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de-DE" noProof="0" smtClean="0"/>
              <a:pPr rtl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de-DE" noProof="0"/>
              <a:t>Textmasterformate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de-DE" noProof="0"/>
              <a:t>Textmasterformate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CF5CBA0-3018-4AED-9709-ED5ED6DE6464}" type="datetime1">
              <a:rPr lang="de-DE" noProof="0" smtClean="0"/>
              <a:t>12.03.2026</a:t>
            </a:fld>
            <a:endParaRPr lang="de-DE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de-DE" noProof="0" smtClean="0"/>
              <a:pPr rtl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de-DE" noProof="0"/>
              <a:t>Textmasterformate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 hasCustomPrompt="1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de-DE" noProof="0"/>
              <a:t>Textmasterformate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C9E23F0-8CA4-4891-BD20-E4745AC04CDA}" type="datetime1">
              <a:rPr lang="de-DE" noProof="0" smtClean="0"/>
              <a:t>12.03.2026</a:t>
            </a:fld>
            <a:endParaRPr lang="de-DE" noProof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de-DE" noProof="0" smtClean="0"/>
              <a:pPr rtl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7049BD8-EDBB-43F8-A43A-C3DFCBD8BA18}" type="datetime1">
              <a:rPr lang="de-DE" noProof="0" smtClean="0"/>
              <a:t>12.03.2026</a:t>
            </a:fld>
            <a:endParaRPr lang="de-DE" noProof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de-DE" noProof="0" smtClean="0"/>
              <a:pPr rtl="0"/>
              <a:t>‹#›</a:t>
            </a:fld>
            <a:endParaRPr lang="de-DE" noProof="0"/>
          </a:p>
        </p:txBody>
      </p:sp>
      <p:sp>
        <p:nvSpPr>
          <p:cNvPr id="7" name="Rechteck 6"/>
          <p:cNvSpPr>
            <a:spLocks noChangeAspect="1"/>
          </p:cNvSpPr>
          <p:nvPr/>
        </p:nvSpPr>
        <p:spPr>
          <a:xfrm>
            <a:off x="440683" y="606554"/>
            <a:ext cx="11314437" cy="792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CH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575894" y="729658"/>
            <a:ext cx="11029616" cy="611462"/>
          </a:xfrm>
        </p:spPr>
        <p:txBody>
          <a:bodyPr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1C89A48-29B7-4D5A-8AB0-E4BA246CFAD2}" type="datetime1">
              <a:rPr lang="de-DE" noProof="0" smtClean="0"/>
              <a:t>12.03.2026</a:t>
            </a:fld>
            <a:endParaRPr lang="de-DE" noProof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de-DE" noProof="0" smtClean="0"/>
              <a:pPr rtl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de-DE" noProof="0"/>
              <a:t>Textmasterformate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AFD730BD-5937-405C-BD95-FF3ACE1D618D}" type="datetime1">
              <a:rPr lang="de-DE" noProof="0" smtClean="0"/>
              <a:t>12.03.2026</a:t>
            </a:fld>
            <a:endParaRPr lang="de-DE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de-DE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de-DE" noProof="0" smtClean="0"/>
              <a:pPr rtl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de-DE" noProof="0"/>
              <a:t>Klicken Sie, um ein Bild hinzuzufügen.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7AB63DA-8489-4CDE-978B-BB7BCFF91C84}" type="datetime1">
              <a:rPr lang="de-DE" noProof="0" smtClean="0"/>
              <a:t>12.03.2026</a:t>
            </a:fld>
            <a:endParaRPr lang="de-DE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de-DE" noProof="0" smtClean="0"/>
              <a:pPr rtl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el 1"/>
          <p:cNvSpPr>
            <a:spLocks noGrp="1"/>
          </p:cNvSpPr>
          <p:nvPr>
            <p:ph type="title" hasCustomPrompt="1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de-DE" noProof="0"/>
              <a:t>Textmasterformate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40C8376-9E33-4792-89DD-E496184A2796}" type="datetime1">
              <a:rPr lang="de-DE" noProof="0" smtClean="0"/>
              <a:t>12.03.2026</a:t>
            </a:fld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de-DE" noProof="0" smtClean="0"/>
              <a:pPr rtl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kaler Titel 1"/>
          <p:cNvSpPr>
            <a:spLocks noGrp="1"/>
          </p:cNvSpPr>
          <p:nvPr>
            <p:ph type="title" orient="vert" hasCustomPrompt="1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 hasCustomPrompt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de-DE" noProof="0"/>
              <a:t>Textmasterformate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B2E4CCC-08DB-477E-9152-1DAD05168712}" type="datetime1">
              <a:rPr lang="de-DE" noProof="0" smtClean="0"/>
              <a:t>12.03.2026</a:t>
            </a:fld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de-DE" noProof="0" smtClean="0"/>
              <a:pPr rtl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de-DE" noProof="0"/>
              <a:t>Textmasterformate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16D808DD-B590-408B-8826-B4C3892F22C7}" type="datetime1">
              <a:rPr lang="de-DE" noProof="0" smtClean="0"/>
              <a:t>12.03.2026</a:t>
            </a:fld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de-DE" noProof="0" smtClean="0"/>
              <a:pPr rtl="0"/>
              <a:t>‹#›</a:t>
            </a:fld>
            <a:endParaRPr lang="de-DE" noProof="0"/>
          </a:p>
        </p:txBody>
      </p:sp>
      <p:sp>
        <p:nvSpPr>
          <p:cNvPr id="9" name="Rechteck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" name="Rechteck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1" name="Rechteck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hteck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/>
          </a:p>
        </p:txBody>
      </p:sp>
      <p:pic>
        <p:nvPicPr>
          <p:cNvPr id="7" name="Bild 6" descr="Digitale Verbindungen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uppe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CH"/>
            </a:p>
          </p:txBody>
        </p:sp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CH"/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CH"/>
            </a:p>
          </p:txBody>
        </p:sp>
      </p:grpSp>
      <p:sp>
        <p:nvSpPr>
          <p:cNvPr id="22" name="Rechteck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CH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 rtlCol="0">
            <a:noAutofit/>
          </a:bodyPr>
          <a:lstStyle/>
          <a:p>
            <a:pPr rtl="0"/>
            <a:r>
              <a:rPr lang="de-DE" sz="5000" dirty="0" err="1">
                <a:solidFill>
                  <a:schemeClr val="bg1"/>
                </a:solidFill>
              </a:rPr>
              <a:t>Presentation</a:t>
            </a:r>
            <a:endParaRPr lang="de-DE" sz="5000" dirty="0">
              <a:solidFill>
                <a:schemeClr val="bg1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 rtlCol="0">
            <a:normAutofit/>
          </a:bodyPr>
          <a:lstStyle/>
          <a:p>
            <a:r>
              <a:rPr lang="de-DE" dirty="0">
                <a:solidFill>
                  <a:srgbClr val="7CEBFF"/>
                </a:solidFill>
              </a:rPr>
              <a:t>Cloud Computing 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de-DE">
                <a:solidFill>
                  <a:srgbClr val="FFFEFF"/>
                </a:solidFill>
              </a:rPr>
              <a:t>Developer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0C440-EF8D-A552-4053-CCBB3C256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/>
              <a:t>Choice: Dev Test Lab</a:t>
            </a:r>
          </a:p>
          <a:p>
            <a:r>
              <a:rPr lang="de-CH" err="1"/>
              <a:t>Configure</a:t>
            </a:r>
            <a:r>
              <a:rPr lang="de-CH"/>
              <a:t> and </a:t>
            </a:r>
            <a:r>
              <a:rPr lang="de-CH" err="1"/>
              <a:t>control</a:t>
            </a:r>
            <a:r>
              <a:rPr lang="de-CH"/>
              <a:t> </a:t>
            </a:r>
            <a:r>
              <a:rPr lang="de-CH" err="1"/>
              <a:t>available</a:t>
            </a:r>
            <a:r>
              <a:rPr lang="de-CH"/>
              <a:t> </a:t>
            </a:r>
            <a:r>
              <a:rPr lang="de-CH" err="1"/>
              <a:t>sizes</a:t>
            </a:r>
            <a:r>
              <a:rPr lang="de-CH"/>
              <a:t>, </a:t>
            </a:r>
            <a:r>
              <a:rPr lang="de-CH" err="1"/>
              <a:t>contingent</a:t>
            </a:r>
            <a:r>
              <a:rPr lang="de-CH"/>
              <a:t>/</a:t>
            </a:r>
            <a:r>
              <a:rPr lang="de-CH" err="1"/>
              <a:t>quota</a:t>
            </a:r>
            <a:r>
              <a:rPr lang="de-CH"/>
              <a:t>, etc.</a:t>
            </a:r>
          </a:p>
          <a:p>
            <a:r>
              <a:rPr lang="de-CH" err="1"/>
              <a:t>Artifacts</a:t>
            </a:r>
            <a:r>
              <a:rPr lang="de-CH"/>
              <a:t> </a:t>
            </a:r>
            <a:r>
              <a:rPr lang="de-CH" err="1"/>
              <a:t>installed</a:t>
            </a:r>
            <a:r>
              <a:rPr lang="de-CH"/>
              <a:t> (Docker, </a:t>
            </a:r>
            <a:r>
              <a:rPr lang="de-CH" err="1"/>
              <a:t>Git</a:t>
            </a:r>
            <a:r>
              <a:rPr lang="de-CH"/>
              <a:t>, Azure CLI, WSL) </a:t>
            </a:r>
            <a:r>
              <a:rPr lang="de-CH" err="1"/>
              <a:t>over</a:t>
            </a:r>
            <a:r>
              <a:rPr lang="de-CH"/>
              <a:t> </a:t>
            </a:r>
            <a:r>
              <a:rPr lang="de-CH" err="1"/>
              <a:t>public</a:t>
            </a:r>
            <a:r>
              <a:rPr lang="de-CH"/>
              <a:t> </a:t>
            </a:r>
            <a:r>
              <a:rPr lang="de-CH" err="1"/>
              <a:t>artifact</a:t>
            </a:r>
            <a:r>
              <a:rPr lang="de-CH"/>
              <a:t> </a:t>
            </a:r>
            <a:r>
              <a:rPr lang="de-CH" err="1"/>
              <a:t>repository</a:t>
            </a:r>
            <a:endParaRPr lang="de-CH"/>
          </a:p>
          <a:p>
            <a:r>
              <a:rPr lang="de-CH"/>
              <a:t>Scheduler (auto-shutdown </a:t>
            </a:r>
            <a:r>
              <a:rPr lang="de-CH" err="1"/>
              <a:t>to</a:t>
            </a:r>
            <a:r>
              <a:rPr lang="de-CH"/>
              <a:t> save </a:t>
            </a:r>
            <a:r>
              <a:rPr lang="de-CH" err="1"/>
              <a:t>unnecessary</a:t>
            </a:r>
            <a:r>
              <a:rPr lang="de-CH"/>
              <a:t> </a:t>
            </a:r>
            <a:r>
              <a:rPr lang="de-CH" err="1"/>
              <a:t>cost</a:t>
            </a:r>
            <a:r>
              <a:rPr lang="de-CH"/>
              <a:t> &amp; </a:t>
            </a:r>
            <a:r>
              <a:rPr lang="de-CH" err="1"/>
              <a:t>protect</a:t>
            </a:r>
            <a:r>
              <a:rPr lang="de-CH"/>
              <a:t> </a:t>
            </a:r>
            <a:r>
              <a:rPr lang="de-CH" err="1"/>
              <a:t>employees</a:t>
            </a:r>
            <a:r>
              <a:rPr lang="de-CH"/>
              <a:t> </a:t>
            </a:r>
            <a:r>
              <a:rPr lang="de-CH" err="1"/>
              <a:t>from</a:t>
            </a:r>
            <a:r>
              <a:rPr lang="de-CH"/>
              <a:t> extra </a:t>
            </a:r>
            <a:r>
              <a:rPr lang="de-CH" err="1"/>
              <a:t>hours</a:t>
            </a:r>
            <a:r>
              <a:rPr lang="de-CH"/>
              <a:t> </a:t>
            </a:r>
            <a:r>
              <a:rPr lang="de-CH">
                <a:sym typeface="Wingdings" panose="05000000000000000000" pitchFamily="2" charset="2"/>
              </a:rPr>
              <a:t></a:t>
            </a:r>
            <a:r>
              <a:rPr lang="de-CH"/>
              <a:t>)</a:t>
            </a:r>
          </a:p>
          <a:p>
            <a:r>
              <a:rPr lang="de-CH" err="1"/>
              <a:t>Scaleability</a:t>
            </a:r>
            <a:r>
              <a:rPr lang="de-CH"/>
              <a:t> - </a:t>
            </a:r>
            <a:r>
              <a:rPr lang="de-CH" err="1"/>
              <a:t>add</a:t>
            </a:r>
            <a:r>
              <a:rPr lang="de-CH"/>
              <a:t> </a:t>
            </a:r>
            <a:r>
              <a:rPr lang="de-CH" err="1"/>
              <a:t>more</a:t>
            </a:r>
            <a:r>
              <a:rPr lang="de-CH"/>
              <a:t> VMs </a:t>
            </a:r>
            <a:r>
              <a:rPr lang="de-CH" err="1"/>
              <a:t>easily</a:t>
            </a:r>
            <a:endParaRPr lang="de-CH"/>
          </a:p>
          <a:p>
            <a:endParaRPr lang="de-CH"/>
          </a:p>
          <a:p>
            <a:r>
              <a:rPr lang="de-CH" err="1"/>
              <a:t>Limitations</a:t>
            </a:r>
            <a:r>
              <a:rPr lang="de-CH"/>
              <a:t>: Regional </a:t>
            </a:r>
            <a:r>
              <a:rPr lang="de-CH" err="1"/>
              <a:t>constraint</a:t>
            </a:r>
            <a:r>
              <a:rPr lang="de-CH"/>
              <a:t>, API/</a:t>
            </a:r>
            <a:r>
              <a:rPr lang="de-CH" err="1"/>
              <a:t>bicep</a:t>
            </a:r>
            <a:r>
              <a:rPr lang="de-CH"/>
              <a:t> </a:t>
            </a:r>
            <a:r>
              <a:rPr lang="de-CH" err="1"/>
              <a:t>config</a:t>
            </a:r>
            <a:r>
              <a:rPr lang="de-CH"/>
              <a:t> </a:t>
            </a:r>
            <a:r>
              <a:rPr lang="de-CH" err="1"/>
              <a:t>is</a:t>
            </a:r>
            <a:r>
              <a:rPr lang="de-CH"/>
              <a:t> not </a:t>
            </a:r>
            <a:r>
              <a:rPr lang="de-CH" err="1"/>
              <a:t>ideally</a:t>
            </a:r>
            <a:r>
              <a:rPr lang="de-CH"/>
              <a:t> </a:t>
            </a:r>
            <a:r>
              <a:rPr lang="de-CH" err="1"/>
              <a:t>documented</a:t>
            </a:r>
            <a:endParaRPr lang="de-CH"/>
          </a:p>
          <a:p>
            <a:r>
              <a:rPr lang="de-CH"/>
              <a:t>Alternatives: MS Dev Center </a:t>
            </a:r>
            <a:r>
              <a:rPr lang="de-CH" err="1"/>
              <a:t>with</a:t>
            </a:r>
            <a:r>
              <a:rPr lang="de-CH"/>
              <a:t> Dev Boxes, Single VMs </a:t>
            </a:r>
            <a:r>
              <a:rPr lang="de-CH" err="1"/>
              <a:t>deployed</a:t>
            </a:r>
            <a:r>
              <a:rPr lang="de-CH"/>
              <a:t> </a:t>
            </a:r>
            <a:r>
              <a:rPr lang="de-CH" err="1"/>
              <a:t>by</a:t>
            </a:r>
            <a:r>
              <a:rPr lang="de-CH"/>
              <a:t> </a:t>
            </a:r>
            <a:r>
              <a:rPr lang="de-CH" err="1"/>
              <a:t>IaC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03342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016A60-9087-28B9-5204-4F6406933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FE1981-D799-8305-9737-49DE6F3B7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de-DE">
                <a:solidFill>
                  <a:srgbClr val="FFFEFF"/>
                </a:solidFill>
              </a:rPr>
              <a:t>Developer Setup – Architecture </a:t>
            </a:r>
            <a:r>
              <a:rPr lang="de-DE" err="1">
                <a:solidFill>
                  <a:srgbClr val="FFFEFF"/>
                </a:solidFill>
              </a:rPr>
              <a:t>sketch</a:t>
            </a:r>
            <a:endParaRPr lang="de-DE">
              <a:solidFill>
                <a:srgbClr val="FFFE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808EB29-129A-9AC0-D64C-4A7F0409FD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1509" y="1584960"/>
            <a:ext cx="9148980" cy="489179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75857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296892-5674-D4B7-E136-2A0D89DB2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434330-4D2F-F1C5-AEDA-F9F8D047B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de-DE">
                <a:solidFill>
                  <a:srgbClr val="FFFEFF"/>
                </a:solidFill>
              </a:rPr>
              <a:t>Microservice </a:t>
            </a:r>
            <a:r>
              <a:rPr lang="de-DE" err="1">
                <a:solidFill>
                  <a:srgbClr val="FFFEFF"/>
                </a:solidFill>
              </a:rPr>
              <a:t>architecture</a:t>
            </a:r>
            <a:endParaRPr lang="de-DE">
              <a:solidFill>
                <a:srgbClr val="FFFE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5745BA-6E22-E130-EE44-BD3CDB1E7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779" y="1465116"/>
            <a:ext cx="9908442" cy="5108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023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274BAE-3579-06F4-301C-5AE27AFB9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2E0CE0-4B89-D859-D910-B56253659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de-DE" err="1">
                <a:solidFill>
                  <a:srgbClr val="FFFEFF"/>
                </a:solidFill>
              </a:rPr>
              <a:t>Deployments</a:t>
            </a:r>
            <a:r>
              <a:rPr lang="de-DE">
                <a:solidFill>
                  <a:srgbClr val="FFFEFF"/>
                </a:solidFill>
              </a:rPr>
              <a:t> (CI/CD) - optional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CDA582F-5D36-3846-7E85-E2FC861192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7578" y="1897978"/>
            <a:ext cx="7056844" cy="466859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05718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3E10E-248C-6C73-DE1A-61C03D9BB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 Workflow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3025DB5-EEF1-4246-7BE4-D4CEBAD5DE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9010809"/>
              </p:ext>
            </p:extLst>
          </p:nvPr>
        </p:nvGraphicFramePr>
        <p:xfrm>
          <a:off x="1260475" y="1819275"/>
          <a:ext cx="8902700" cy="3449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51531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A2C2B-7758-EDF1-FFCF-85BA9AEF9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err="1"/>
              <a:t>Expected</a:t>
            </a:r>
            <a:r>
              <a:rPr lang="de-CH"/>
              <a:t> </a:t>
            </a:r>
            <a:r>
              <a:rPr lang="de-CH" err="1"/>
              <a:t>Cost</a:t>
            </a:r>
            <a:endParaRPr lang="de-CH"/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9DD37676-10DE-BAF3-23A5-235EFDF0CC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2440251"/>
              </p:ext>
            </p:extLst>
          </p:nvPr>
        </p:nvGraphicFramePr>
        <p:xfrm>
          <a:off x="438952" y="1594137"/>
          <a:ext cx="11311087" cy="49417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0903">
                  <a:extLst>
                    <a:ext uri="{9D8B030D-6E8A-4147-A177-3AD203B41FA5}">
                      <a16:colId xmlns:a16="http://schemas.microsoft.com/office/drawing/2014/main" val="314906330"/>
                    </a:ext>
                  </a:extLst>
                </a:gridCol>
                <a:gridCol w="2322010">
                  <a:extLst>
                    <a:ext uri="{9D8B030D-6E8A-4147-A177-3AD203B41FA5}">
                      <a16:colId xmlns:a16="http://schemas.microsoft.com/office/drawing/2014/main" val="764504732"/>
                    </a:ext>
                  </a:extLst>
                </a:gridCol>
                <a:gridCol w="2228174">
                  <a:extLst>
                    <a:ext uri="{9D8B030D-6E8A-4147-A177-3AD203B41FA5}">
                      <a16:colId xmlns:a16="http://schemas.microsoft.com/office/drawing/2014/main" val="217417068"/>
                    </a:ext>
                  </a:extLst>
                </a:gridCol>
              </a:tblGrid>
              <a:tr h="392577">
                <a:tc>
                  <a:txBody>
                    <a:bodyPr/>
                    <a:lstStyle/>
                    <a:p>
                      <a:r>
                        <a:rPr lang="de-CH" sz="1200"/>
                        <a:t>Resources</a:t>
                      </a:r>
                      <a:endParaRPr lang="en-GB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200" err="1"/>
                        <a:t>Sweden</a:t>
                      </a:r>
                      <a:r>
                        <a:rPr lang="de-CH" sz="1200"/>
                        <a:t> Central</a:t>
                      </a:r>
                      <a:endParaRPr lang="en-GB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200" err="1"/>
                        <a:t>Switzerland</a:t>
                      </a:r>
                      <a:r>
                        <a:rPr lang="de-CH" sz="1200"/>
                        <a:t> North</a:t>
                      </a:r>
                      <a:endParaRPr lang="en-GB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1283067"/>
                  </a:ext>
                </a:extLst>
              </a:tr>
              <a:tr h="567616">
                <a:tc>
                  <a:txBody>
                    <a:bodyPr/>
                    <a:lstStyle/>
                    <a:p>
                      <a:r>
                        <a:rPr lang="de-CH" sz="1200" b="1"/>
                        <a:t>Azure </a:t>
                      </a:r>
                      <a:r>
                        <a:rPr lang="de-CH" sz="1200" b="1" err="1"/>
                        <a:t>Kubernetes</a:t>
                      </a:r>
                      <a:r>
                        <a:rPr lang="de-CH" sz="1200" b="1"/>
                        <a:t> Service</a:t>
                      </a:r>
                    </a:p>
                    <a:p>
                      <a:r>
                        <a:rPr lang="en-GB" sz="1050"/>
                        <a:t>Standard; Cluster management for 0 clusters; 2 D2s v4 (2 vCPUs, 8 GB RAM) (3 year reserved), Linux; 0 managed OS disks – 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CHF 46.77/ month</a:t>
                      </a:r>
                      <a:endParaRPr lang="en-GB" sz="12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CHF 57.97/ month</a:t>
                      </a:r>
                      <a:endParaRPr lang="en-GB" sz="12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802519"/>
                  </a:ext>
                </a:extLst>
              </a:tr>
              <a:tr h="436627">
                <a:tc>
                  <a:txBody>
                    <a:bodyPr/>
                    <a:lstStyle/>
                    <a:p>
                      <a:r>
                        <a:rPr lang="en-GB" sz="12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Azure Container Registry</a:t>
                      </a:r>
                    </a:p>
                    <a:p>
                      <a:r>
                        <a:rPr lang="en-GB" sz="10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Basic Tier, 1 Registry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200" b="0"/>
                        <a:t> </a:t>
                      </a:r>
                      <a:r>
                        <a:rPr lang="en-GB" sz="12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CHF 4.13/ month</a:t>
                      </a:r>
                      <a:endParaRPr lang="en-GB" sz="1200" b="0"/>
                    </a:p>
                    <a:p>
                      <a:endParaRPr lang="en-GB" sz="12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CHF 4.13/ month</a:t>
                      </a:r>
                      <a:endParaRPr lang="en-GB" sz="1200" b="0"/>
                    </a:p>
                    <a:p>
                      <a:endParaRPr lang="en-GB" sz="12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3248046"/>
                  </a:ext>
                </a:extLst>
              </a:tr>
              <a:tr h="873255">
                <a:tc>
                  <a:txBody>
                    <a:bodyPr/>
                    <a:lstStyle/>
                    <a:p>
                      <a:r>
                        <a:rPr lang="de-CH" sz="1200" b="1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Cosmos</a:t>
                      </a:r>
                      <a:r>
                        <a:rPr lang="de-CH" sz="12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DB</a:t>
                      </a:r>
                    </a:p>
                    <a:p>
                      <a:r>
                        <a:rPr lang="en-GB" sz="10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Azure Cosmos DB for NoSQL (formerly Core), Standard provisioned throughput (manual), Always-free quantity disabled, Single Region Write (Single-Master), 3 year reserved capacity, Monthly Payment option, 400 RU/sec, Sweden Central (Write Region), 100 GB storage, Analytical storage disabled, 2 copies of periodic backup storage, Dedicated Gateway not enabled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CHF 34.15/ month</a:t>
                      </a:r>
                      <a:endParaRPr lang="en-GB" sz="12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CHF 38.28/ month</a:t>
                      </a:r>
                      <a:endParaRPr lang="en-GB" sz="1200" b="0"/>
                    </a:p>
                    <a:p>
                      <a:endParaRPr lang="en-GB" sz="12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87423"/>
                  </a:ext>
                </a:extLst>
              </a:tr>
              <a:tr h="720435">
                <a:tc>
                  <a:txBody>
                    <a:bodyPr/>
                    <a:lstStyle/>
                    <a:p>
                      <a:r>
                        <a:rPr lang="en-GB" sz="12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Storage Account </a:t>
                      </a:r>
                    </a:p>
                    <a:p>
                      <a:r>
                        <a:rPr lang="en-GB" sz="10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Block Blob Storage, General Purpose V2, Flat Namespace, LRS Redundancy, Hot Access Tier, 0 x 1 PB, 0 x 100 TB Capacity - 3 year reserved, 20 x 10,000 Write operations, 1 x 10,000 List and Create Container Operations, 10 x 10,000 Read operations, 1 x 10,000 Other operations. 1,000 GB Data Retrieval, 1,000 GB Data Write, SFTP disabled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CHF 0.9/ month</a:t>
                      </a:r>
                      <a:endParaRPr lang="en-GB" sz="1200" b="0"/>
                    </a:p>
                    <a:p>
                      <a:endParaRPr lang="en-GB" sz="12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CHF 0.98/ month</a:t>
                      </a:r>
                      <a:endParaRPr lang="en-GB" sz="1200" b="0"/>
                    </a:p>
                    <a:p>
                      <a:endParaRPr lang="en-GB" sz="12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763398"/>
                  </a:ext>
                </a:extLst>
              </a:tr>
              <a:tr h="567616">
                <a:tc>
                  <a:txBody>
                    <a:bodyPr/>
                    <a:lstStyle/>
                    <a:p>
                      <a:r>
                        <a:rPr lang="de-CH" sz="1200" b="1"/>
                        <a:t>Service Bus</a:t>
                      </a:r>
                    </a:p>
                    <a:p>
                      <a:r>
                        <a:rPr lang="en-GB" sz="10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tier: Messaging Operations: 730 Hours of base charge, 10 x 1 million operations; 0 brokered connection(s); Hybrid Connections: 0 listener(s), 0 overage GB; WFC Relays: 0 x 100 relay hours, 0 x 10,000 message(s)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CHF 8.11/ month</a:t>
                      </a:r>
                      <a:endParaRPr lang="en-GB" sz="1200" b="0"/>
                    </a:p>
                    <a:p>
                      <a:endParaRPr lang="en-GB" sz="12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CHF 8.11/ month</a:t>
                      </a:r>
                      <a:endParaRPr lang="en-GB" sz="1200" b="0"/>
                    </a:p>
                    <a:p>
                      <a:endParaRPr lang="en-GB" sz="12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915642"/>
                  </a:ext>
                </a:extLst>
              </a:tr>
              <a:tr h="567616">
                <a:tc>
                  <a:txBody>
                    <a:bodyPr/>
                    <a:lstStyle/>
                    <a:p>
                      <a:r>
                        <a:rPr lang="de-CH" sz="12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Virtual Machines</a:t>
                      </a:r>
                    </a:p>
                    <a:p>
                      <a:r>
                        <a:rPr lang="en-GB" sz="105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 D2s v4 (2 vCPUs, 8 GB RAM) (3 year reserved), Windows (License included), OS Only; 0 managed disks – S4; Inter Region transfer type, 5 GB outbound data transfer from Sweden Central to East Asia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/>
                        <a:t>CHF 394.35/ 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/>
                        <a:t>CHF 658.92/ month</a:t>
                      </a:r>
                    </a:p>
                    <a:p>
                      <a:endParaRPr lang="en-GB" sz="12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5642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e-CH" sz="105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GB" sz="105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200" b="0"/>
                        <a:t>CHF 488.91/ month </a:t>
                      </a:r>
                      <a:br>
                        <a:rPr lang="de-CH" sz="1200" b="0"/>
                      </a:br>
                      <a:r>
                        <a:rPr lang="de-CH" sz="1200" b="0"/>
                        <a:t>~17`600.- for </a:t>
                      </a:r>
                      <a:r>
                        <a:rPr lang="de-CH" sz="1200" b="0" i="0" u="none" strike="noStrike" noProof="0">
                          <a:solidFill>
                            <a:srgbClr val="000000"/>
                          </a:solidFill>
                          <a:latin typeface="Gill Sans MT"/>
                        </a:rPr>
                        <a:t>3yrs</a:t>
                      </a:r>
                      <a:endParaRPr lang="en-GB" sz="12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200" b="0"/>
                        <a:t>CHF 768.39/ month </a:t>
                      </a:r>
                      <a:br>
                        <a:rPr lang="de-CH" sz="1200" b="0"/>
                      </a:br>
                      <a:r>
                        <a:rPr lang="de-CH" sz="1200" b="0"/>
                        <a:t>~27`662- for </a:t>
                      </a:r>
                      <a:r>
                        <a:rPr lang="de-CH" sz="1200" b="0" i="0" u="none" strike="noStrike" noProof="0">
                          <a:solidFill>
                            <a:srgbClr val="000000"/>
                          </a:solidFill>
                          <a:latin typeface="Gill Sans MT"/>
                        </a:rPr>
                        <a:t>3yrs</a:t>
                      </a:r>
                      <a:endParaRPr lang="en-GB" sz="1200" b="0"/>
                    </a:p>
                    <a:p>
                      <a:endParaRPr lang="en-GB" sz="12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45657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1929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8D0BE-DB5D-A9AD-825B-C425FC14E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3C47D-A3AD-19EA-98E2-55CF49E71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/>
              <a:t>Pricing / Price </a:t>
            </a:r>
            <a:r>
              <a:rPr lang="de-CH" err="1"/>
              <a:t>Calculations</a:t>
            </a:r>
            <a:r>
              <a:rPr lang="de-CH"/>
              <a:t> </a:t>
            </a:r>
            <a:r>
              <a:rPr lang="en-GB"/>
              <a:t>Disaster Recovery setup </a:t>
            </a:r>
            <a:endParaRPr lang="en-GB">
              <a:solidFill>
                <a:srgbClr val="FF0000"/>
              </a:solidFill>
            </a:endParaRP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564F1AB1-6F7D-1F13-BF4B-7974CA3523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0826192"/>
              </p:ext>
            </p:extLst>
          </p:nvPr>
        </p:nvGraphicFramePr>
        <p:xfrm>
          <a:off x="437154" y="1904017"/>
          <a:ext cx="11297646" cy="3200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7155">
                  <a:extLst>
                    <a:ext uri="{9D8B030D-6E8A-4147-A177-3AD203B41FA5}">
                      <a16:colId xmlns:a16="http://schemas.microsoft.com/office/drawing/2014/main" val="314906330"/>
                    </a:ext>
                  </a:extLst>
                </a:gridCol>
                <a:gridCol w="3430149">
                  <a:extLst>
                    <a:ext uri="{9D8B030D-6E8A-4147-A177-3AD203B41FA5}">
                      <a16:colId xmlns:a16="http://schemas.microsoft.com/office/drawing/2014/main" val="764504732"/>
                    </a:ext>
                  </a:extLst>
                </a:gridCol>
                <a:gridCol w="3107814">
                  <a:extLst>
                    <a:ext uri="{9D8B030D-6E8A-4147-A177-3AD203B41FA5}">
                      <a16:colId xmlns:a16="http://schemas.microsoft.com/office/drawing/2014/main" val="217417068"/>
                    </a:ext>
                  </a:extLst>
                </a:gridCol>
                <a:gridCol w="3162528">
                  <a:extLst>
                    <a:ext uri="{9D8B030D-6E8A-4147-A177-3AD203B41FA5}">
                      <a16:colId xmlns:a16="http://schemas.microsoft.com/office/drawing/2014/main" val="2294295512"/>
                    </a:ext>
                  </a:extLst>
                </a:gridCol>
              </a:tblGrid>
              <a:tr h="422378">
                <a:tc>
                  <a:txBody>
                    <a:bodyPr/>
                    <a:lstStyle/>
                    <a:p>
                      <a:r>
                        <a:rPr lang="de-CH" sz="1200"/>
                        <a:t>Resources </a:t>
                      </a:r>
                      <a:endParaRPr lang="en-GB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200"/>
                        <a:t>Description</a:t>
                      </a:r>
                      <a:endParaRPr lang="en-GB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200" err="1"/>
                        <a:t>Sweden</a:t>
                      </a:r>
                      <a:r>
                        <a:rPr lang="de-CH" sz="1200"/>
                        <a:t> Central </a:t>
                      </a:r>
                      <a:r>
                        <a:rPr lang="de-CH" sz="120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de-CH" sz="1200" err="1">
                          <a:sym typeface="Wingdings" panose="05000000000000000000" pitchFamily="2" charset="2"/>
                        </a:rPr>
                        <a:t>Sweden</a:t>
                      </a:r>
                      <a:r>
                        <a:rPr lang="de-CH" sz="120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de-CH" sz="1200" err="1"/>
                        <a:t>Sorth</a:t>
                      </a:r>
                      <a:endParaRPr lang="en-GB" sz="120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200" err="1"/>
                        <a:t>Switzerland</a:t>
                      </a:r>
                      <a:r>
                        <a:rPr lang="de-CH" sz="1200"/>
                        <a:t> North </a:t>
                      </a:r>
                      <a:r>
                        <a:rPr lang="de-CH" sz="120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de-CH" sz="1200" err="1">
                          <a:sym typeface="Wingdings" panose="05000000000000000000" pitchFamily="2" charset="2"/>
                        </a:rPr>
                        <a:t>Switzerland</a:t>
                      </a:r>
                      <a:r>
                        <a:rPr lang="de-CH" sz="1200">
                          <a:sym typeface="Wingdings" panose="05000000000000000000" pitchFamily="2" charset="2"/>
                        </a:rPr>
                        <a:t> West</a:t>
                      </a:r>
                      <a:endParaRPr lang="en-GB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1283067"/>
                  </a:ext>
                </a:extLst>
              </a:tr>
              <a:tr h="257489">
                <a:tc>
                  <a:txBody>
                    <a:bodyPr/>
                    <a:lstStyle/>
                    <a:p>
                      <a:r>
                        <a:rPr lang="en-GB" sz="1200" b="1"/>
                        <a:t>AKS Cluster</a:t>
                      </a:r>
                      <a:endParaRPr lang="en-GB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1 Node (D2s v4), Linux OS, 3-Year Reserved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CHF 60</a:t>
                      </a:r>
                      <a:r>
                        <a:rPr lang="de-CH" sz="1200" b="0"/>
                        <a:t>.77/ </a:t>
                      </a:r>
                      <a:r>
                        <a:rPr lang="de-CH" sz="1200" b="0" err="1"/>
                        <a:t>month</a:t>
                      </a:r>
                      <a:endParaRPr lang="en-GB" sz="1200" b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CHF 75</a:t>
                      </a:r>
                      <a:r>
                        <a:rPr lang="de-CH" sz="1200" b="0"/>
                        <a:t>.37/ </a:t>
                      </a:r>
                      <a:r>
                        <a:rPr lang="de-CH" sz="1200" b="0" err="1"/>
                        <a:t>month</a:t>
                      </a:r>
                      <a:endParaRPr lang="en-GB" sz="1200" b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802519"/>
                  </a:ext>
                </a:extLst>
              </a:tr>
              <a:tr h="148422">
                <a:tc>
                  <a:txBody>
                    <a:bodyPr/>
                    <a:lstStyle/>
                    <a:p>
                      <a:r>
                        <a:rPr lang="en-GB" sz="1200" b="1"/>
                        <a:t>Blob Storage</a:t>
                      </a:r>
                      <a:endParaRPr lang="en-GB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Hot tier, LRS, 1 GB capacity, ~10,000 operations</a:t>
                      </a:r>
                      <a:endParaRPr lang="en-GB" sz="12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CHF 0.9</a:t>
                      </a:r>
                      <a:r>
                        <a:rPr lang="de-CH" sz="1200" b="0"/>
                        <a:t>/ </a:t>
                      </a:r>
                      <a:r>
                        <a:rPr lang="de-CH" sz="1200" b="0" err="1"/>
                        <a:t>month</a:t>
                      </a:r>
                      <a:endParaRPr lang="en-GB" sz="12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CHF 1.27</a:t>
                      </a:r>
                      <a:r>
                        <a:rPr lang="de-CH" sz="1200" b="0"/>
                        <a:t>/ </a:t>
                      </a:r>
                      <a:r>
                        <a:rPr lang="de-CH" sz="1200" b="0" err="1"/>
                        <a:t>month</a:t>
                      </a:r>
                      <a:endParaRPr lang="en-GB" sz="12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3248046"/>
                  </a:ext>
                </a:extLst>
              </a:tr>
              <a:tr h="303760">
                <a:tc>
                  <a:txBody>
                    <a:bodyPr/>
                    <a:lstStyle/>
                    <a:p>
                      <a:r>
                        <a:rPr lang="en-GB" sz="1200" b="1"/>
                        <a:t>Cosmos DB</a:t>
                      </a:r>
                      <a:endParaRPr lang="en-GB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400 RU/s provisioned throughput, 0 GB storage</a:t>
                      </a:r>
                      <a:endParaRPr lang="en-GB" sz="12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CHF 13.49</a:t>
                      </a:r>
                      <a:r>
                        <a:rPr lang="de-CH" sz="1200" b="0"/>
                        <a:t>/ </a:t>
                      </a:r>
                      <a:r>
                        <a:rPr lang="de-CH" sz="1200" b="0" err="1"/>
                        <a:t>month</a:t>
                      </a:r>
                      <a:endParaRPr lang="en-GB" sz="12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CHF 13.49</a:t>
                      </a:r>
                      <a:r>
                        <a:rPr lang="de-CH" sz="1200" b="0"/>
                        <a:t>/ </a:t>
                      </a:r>
                      <a:r>
                        <a:rPr lang="de-CH" sz="1200" b="0" err="1"/>
                        <a:t>month</a:t>
                      </a:r>
                      <a:endParaRPr lang="en-GB" sz="12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87423"/>
                  </a:ext>
                </a:extLst>
              </a:tr>
              <a:tr h="297455">
                <a:tc>
                  <a:txBody>
                    <a:bodyPr/>
                    <a:lstStyle/>
                    <a:p>
                      <a:r>
                        <a:rPr lang="en-GB" sz="1200" b="1"/>
                        <a:t>Service Bus</a:t>
                      </a:r>
                      <a:endParaRPr lang="en-GB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Standard Tier Namespace (no active messages)</a:t>
                      </a:r>
                      <a:endParaRPr lang="en-GB" sz="12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2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Gill Sans MT"/>
                        </a:rPr>
                        <a:t>CHF 10.54</a:t>
                      </a:r>
                      <a:r>
                        <a:rPr lang="de-CH" sz="12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Gill Sans MT"/>
                        </a:rPr>
                        <a:t>/ </a:t>
                      </a:r>
                      <a:r>
                        <a:rPr lang="de-CH" sz="1200" b="0" i="0" u="none" strike="noStrike" kern="1200" noProof="0" err="1">
                          <a:solidFill>
                            <a:srgbClr val="000000"/>
                          </a:solidFill>
                          <a:effectLst/>
                          <a:latin typeface="Gill Sans MT"/>
                        </a:rPr>
                        <a:t>month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u="none" strike="noStrike" noProof="0" err="1">
                          <a:solidFill>
                            <a:schemeClr val="dk1"/>
                          </a:solidFill>
                          <a:latin typeface="Gill Sans MT"/>
                        </a:rPr>
                        <a:t>NaN</a:t>
                      </a:r>
                      <a:r>
                        <a:rPr lang="en-GB" sz="1200" b="0" i="0" u="none" strike="noStrike" noProof="0">
                          <a:solidFill>
                            <a:schemeClr val="dk1"/>
                          </a:solidFill>
                          <a:latin typeface="Gill Sans MT"/>
                        </a:rPr>
                        <a:t> (No pricing available for your selection in this region.) </a:t>
                      </a:r>
                      <a:endParaRPr lang="en-GB" sz="12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763398"/>
                  </a:ext>
                </a:extLst>
              </a:tr>
              <a:tr h="308472">
                <a:tc>
                  <a:txBody>
                    <a:bodyPr/>
                    <a:lstStyle/>
                    <a:p>
                      <a:r>
                        <a:rPr lang="en-GB" sz="1200" b="1"/>
                        <a:t>Container Registry</a:t>
                      </a:r>
                      <a:endParaRPr lang="en-GB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Basic Tier, empty (no images initially)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CHF </a:t>
                      </a:r>
                      <a:r>
                        <a:rPr lang="de-CH" sz="1200" b="0"/>
                        <a:t>4.13/ </a:t>
                      </a:r>
                      <a:r>
                        <a:rPr lang="de-CH" sz="1200" b="0" err="1"/>
                        <a:t>month</a:t>
                      </a:r>
                      <a:endParaRPr lang="en-GB" sz="12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CHF 4.13</a:t>
                      </a:r>
                      <a:r>
                        <a:rPr lang="de-CH" sz="1200" b="0"/>
                        <a:t>/ </a:t>
                      </a:r>
                      <a:r>
                        <a:rPr lang="de-CH" sz="1200" b="0" err="1"/>
                        <a:t>month</a:t>
                      </a:r>
                      <a:endParaRPr lang="en-GB" sz="12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915642"/>
                  </a:ext>
                </a:extLst>
              </a:tr>
              <a:tr h="198304">
                <a:tc>
                  <a:txBody>
                    <a:bodyPr/>
                    <a:lstStyle/>
                    <a:p>
                      <a:r>
                        <a:rPr lang="en-GB" sz="12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Custom 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Not provisioned (centrally served in primary region)</a:t>
                      </a:r>
                      <a:endParaRPr lang="en-GB" sz="12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200" b="0"/>
                        <a:t>0</a:t>
                      </a:r>
                      <a:endParaRPr lang="en-GB" sz="12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200" b="0"/>
                        <a:t>0</a:t>
                      </a:r>
                      <a:endParaRPr lang="en-GB" sz="12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5642644"/>
                  </a:ext>
                </a:extLst>
              </a:tr>
              <a:tr h="295144">
                <a:tc>
                  <a:txBody>
                    <a:bodyPr/>
                    <a:lstStyle/>
                    <a:p>
                      <a:r>
                        <a:rPr lang="en-GB" sz="1200" b="1"/>
                        <a:t>Dev VM</a:t>
                      </a:r>
                      <a:endParaRPr lang="en-GB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Not required for disaster recovery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CH" sz="1200" b="0"/>
                        <a:t>0</a:t>
                      </a:r>
                      <a:endParaRPr lang="en-GB" sz="12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200" b="0"/>
                        <a:t>0</a:t>
                      </a:r>
                      <a:endParaRPr lang="en-GB" sz="12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4565736"/>
                  </a:ext>
                </a:extLst>
              </a:tr>
              <a:tr h="295144">
                <a:tc>
                  <a:txBody>
                    <a:bodyPr/>
                    <a:lstStyle/>
                    <a:p>
                      <a:r>
                        <a:rPr lang="de-CH" sz="1200" b="1"/>
                        <a:t>Total DRS</a:t>
                      </a:r>
                      <a:endParaRPr lang="en-GB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200" b="0"/>
                        <a:t>CHF 89.83/ </a:t>
                      </a:r>
                      <a:r>
                        <a:rPr lang="de-CH" sz="1200" b="0" err="1"/>
                        <a:t>month</a:t>
                      </a:r>
                      <a:r>
                        <a:rPr lang="de-CH" sz="1200" b="0"/>
                        <a:t> ~3234.- (</a:t>
                      </a:r>
                      <a:r>
                        <a:rPr lang="de-CH" sz="1200" b="0" err="1"/>
                        <a:t>for</a:t>
                      </a:r>
                      <a:r>
                        <a:rPr lang="de-CH" sz="1200" b="0"/>
                        <a:t> 3yrs)</a:t>
                      </a:r>
                      <a:endParaRPr lang="en-GB" sz="12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200" b="0"/>
                        <a:t>CHF 94.26/ </a:t>
                      </a:r>
                      <a:r>
                        <a:rPr lang="de-CH" sz="1200" b="0" err="1"/>
                        <a:t>month</a:t>
                      </a:r>
                      <a:r>
                        <a:rPr lang="de-CH" sz="1200" b="0"/>
                        <a:t> ~ 3393.- (</a:t>
                      </a:r>
                      <a:r>
                        <a:rPr lang="de-CH" sz="1200" b="0" err="1"/>
                        <a:t>for</a:t>
                      </a:r>
                      <a:r>
                        <a:rPr lang="de-CH" sz="1200" b="0"/>
                        <a:t> </a:t>
                      </a:r>
                      <a:r>
                        <a:rPr lang="de-CH" sz="1200" b="0" i="0" u="none" strike="noStrike" noProof="0">
                          <a:solidFill>
                            <a:srgbClr val="000000"/>
                          </a:solidFill>
                          <a:latin typeface="Gill Sans MT"/>
                        </a:rPr>
                        <a:t>3yrs</a:t>
                      </a:r>
                      <a:r>
                        <a:rPr lang="de-CH" sz="1200" b="0"/>
                        <a:t>)</a:t>
                      </a:r>
                      <a:endParaRPr lang="en-GB" sz="12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208440"/>
                  </a:ext>
                </a:extLst>
              </a:tr>
              <a:tr h="29514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CH" sz="1200" b="1"/>
                        <a:t>Total </a:t>
                      </a:r>
                      <a:r>
                        <a:rPr lang="de-CH" sz="1200" b="1" err="1"/>
                        <a:t>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e-CH" sz="1200" b="1"/>
                        <a:t>CHF 578.74/ </a:t>
                      </a:r>
                      <a:r>
                        <a:rPr lang="de-CH" sz="1200" b="1" err="1"/>
                        <a:t>month</a:t>
                      </a:r>
                      <a:r>
                        <a:rPr lang="de-CH" sz="1200" b="1"/>
                        <a:t> ~20'834.- (</a:t>
                      </a:r>
                      <a:r>
                        <a:rPr lang="de-CH" sz="1200" b="1" err="1"/>
                        <a:t>for</a:t>
                      </a:r>
                      <a:r>
                        <a:rPr lang="de-CH" sz="1200" b="1"/>
                        <a:t> </a:t>
                      </a:r>
                      <a:r>
                        <a:rPr lang="de-CH" sz="1200" b="1" i="0" u="none" strike="noStrike" noProof="0">
                          <a:solidFill>
                            <a:srgbClr val="000000"/>
                          </a:solidFill>
                          <a:latin typeface="Gill Sans MT"/>
                        </a:rPr>
                        <a:t>3yrs</a:t>
                      </a:r>
                      <a:r>
                        <a:rPr lang="de-CH" sz="1200" b="1"/>
                        <a:t>)</a:t>
                      </a:r>
                      <a:endParaRPr lang="en-GB" sz="1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CH" sz="1200" b="1"/>
                        <a:t>CHF 862.65/ </a:t>
                      </a:r>
                      <a:r>
                        <a:rPr lang="de-CH" sz="1200" b="1" err="1"/>
                        <a:t>month</a:t>
                      </a:r>
                      <a:r>
                        <a:rPr lang="de-CH" sz="1200" b="1"/>
                        <a:t> ~ 31'055.- (</a:t>
                      </a:r>
                      <a:r>
                        <a:rPr lang="de-CH" sz="1200" b="1" err="1"/>
                        <a:t>for</a:t>
                      </a:r>
                      <a:r>
                        <a:rPr lang="de-CH" sz="1200" b="1"/>
                        <a:t> </a:t>
                      </a:r>
                      <a:r>
                        <a:rPr lang="de-CH" sz="1200" b="1" i="0" u="none" strike="noStrike" noProof="0">
                          <a:solidFill>
                            <a:srgbClr val="000000"/>
                          </a:solidFill>
                          <a:latin typeface="Gill Sans MT"/>
                        </a:rPr>
                        <a:t>3yrs</a:t>
                      </a:r>
                      <a:r>
                        <a:rPr lang="de-CH" sz="1200" b="1"/>
                        <a:t>)</a:t>
                      </a:r>
                      <a:endParaRPr lang="en-GB" sz="12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3081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4506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01369-87BA-DB3F-A49D-672C40400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Potential </a:t>
            </a:r>
            <a:r>
              <a:rPr lang="de-CH" err="1"/>
              <a:t>Improvements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E8A66-D662-A582-11D3-AD9F47880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/>
              <a:t>Different </a:t>
            </a:r>
            <a:r>
              <a:rPr lang="de-CH" err="1"/>
              <a:t>environments</a:t>
            </a:r>
            <a:r>
              <a:rPr lang="de-CH"/>
              <a:t> (PROD, UAT, DEV, etc.)</a:t>
            </a:r>
          </a:p>
          <a:p>
            <a:r>
              <a:rPr lang="de-CH"/>
              <a:t>CI/CD Pipeline (</a:t>
            </a:r>
            <a:r>
              <a:rPr lang="de-CH" err="1"/>
              <a:t>automated</a:t>
            </a:r>
            <a:r>
              <a:rPr lang="de-CH"/>
              <a:t> </a:t>
            </a:r>
            <a:r>
              <a:rPr lang="de-CH" err="1"/>
              <a:t>deployments</a:t>
            </a:r>
            <a:r>
              <a:rPr lang="de-CH"/>
              <a:t>)</a:t>
            </a:r>
          </a:p>
          <a:p>
            <a:r>
              <a:rPr lang="de-CH" err="1"/>
              <a:t>Protect</a:t>
            </a:r>
            <a:r>
              <a:rPr lang="de-CH"/>
              <a:t> Secrets (such </a:t>
            </a:r>
            <a:r>
              <a:rPr lang="de-CH" err="1"/>
              <a:t>as</a:t>
            </a:r>
            <a:r>
              <a:rPr lang="de-CH"/>
              <a:t> initial </a:t>
            </a:r>
            <a:r>
              <a:rPr lang="de-CH" err="1"/>
              <a:t>password</a:t>
            </a:r>
            <a:r>
              <a:rPr lang="de-CH"/>
              <a:t> for Dev-VMs, for AKS VM, etc.)</a:t>
            </a:r>
          </a:p>
          <a:p>
            <a:r>
              <a:rPr lang="de-CH" err="1"/>
              <a:t>Cost</a:t>
            </a:r>
            <a:r>
              <a:rPr lang="de-CH"/>
              <a:t> </a:t>
            </a:r>
            <a:r>
              <a:rPr lang="de-CH" err="1"/>
              <a:t>optimization</a:t>
            </a:r>
            <a:r>
              <a:rPr lang="de-CH"/>
              <a:t> (e.g. </a:t>
            </a:r>
            <a:r>
              <a:rPr lang="de-CH" err="1"/>
              <a:t>cheaper</a:t>
            </a:r>
            <a:r>
              <a:rPr lang="de-CH"/>
              <a:t> </a:t>
            </a:r>
            <a:r>
              <a:rPr lang="de-CH" err="1"/>
              <a:t>dev</a:t>
            </a:r>
            <a:r>
              <a:rPr lang="de-CH"/>
              <a:t> </a:t>
            </a:r>
            <a:r>
              <a:rPr lang="de-CH" err="1"/>
              <a:t>setup</a:t>
            </a:r>
            <a:r>
              <a:rPr lang="de-CH"/>
              <a:t>, </a:t>
            </a:r>
            <a:r>
              <a:rPr lang="de-CH" err="1"/>
              <a:t>dev</a:t>
            </a:r>
            <a:r>
              <a:rPr lang="de-CH"/>
              <a:t> </a:t>
            </a:r>
            <a:r>
              <a:rPr lang="de-CH" err="1"/>
              <a:t>boxes</a:t>
            </a:r>
            <a:r>
              <a:rPr lang="de-CH"/>
              <a:t> </a:t>
            </a:r>
            <a:r>
              <a:rPr lang="de-CH" err="1"/>
              <a:t>are</a:t>
            </a:r>
            <a:r>
              <a:rPr lang="de-CH"/>
              <a:t> at ~150$ </a:t>
            </a:r>
            <a:r>
              <a:rPr lang="de-CH" err="1"/>
              <a:t>each</a:t>
            </a:r>
            <a:r>
              <a:rPr lang="de-CH"/>
              <a:t> in </a:t>
            </a:r>
            <a:r>
              <a:rPr lang="de-CH" err="1"/>
              <a:t>Switzerland</a:t>
            </a:r>
            <a:r>
              <a:rPr lang="de-CH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85199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65470-01C4-DE33-885F-657497C53C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EC3D0-CBE6-68C1-F45F-2F8DC96185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5827" y="2342212"/>
            <a:ext cx="10979032" cy="401635"/>
          </a:xfrm>
        </p:spPr>
        <p:txBody>
          <a:bodyPr>
            <a:normAutofit/>
          </a:bodyPr>
          <a:lstStyle/>
          <a:p>
            <a:pPr marL="305435" indent="-305435"/>
            <a:r>
              <a:rPr lang="en-US"/>
              <a:t>DEMO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4CEEE2-C569-6297-7245-16C5F1783EBD}"/>
              </a:ext>
            </a:extLst>
          </p:cNvPr>
          <p:cNvSpPr txBox="1"/>
          <p:nvPr/>
        </p:nvSpPr>
        <p:spPr>
          <a:xfrm>
            <a:off x="595204" y="2611818"/>
            <a:ext cx="2743200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cap="all">
                <a:solidFill>
                  <a:schemeClr val="accent2">
                    <a:lumMod val="40000"/>
                    <a:lumOff val="60000"/>
                  </a:schemeClr>
                </a:solidFill>
              </a:rPr>
              <a:t>DEMO</a:t>
            </a:r>
            <a:r>
              <a:rPr lang="en-US" sz="1100">
                <a:solidFill>
                  <a:schemeClr val="accent2">
                    <a:lumMod val="40000"/>
                    <a:lumOff val="60000"/>
                  </a:schemeClr>
                </a:solidFill>
              </a:rPr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118187766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e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1FFB0E19B81724490C451BB2F380B0A" ma:contentTypeVersion="8" ma:contentTypeDescription="Ein neues Dokument erstellen." ma:contentTypeScope="" ma:versionID="ce1b5c32c745c360f95f67c0c366d6d8">
  <xsd:schema xmlns:xsd="http://www.w3.org/2001/XMLSchema" xmlns:xs="http://www.w3.org/2001/XMLSchema" xmlns:p="http://schemas.microsoft.com/office/2006/metadata/properties" xmlns:ns2="9c0a7d2d-7062-49e7-8556-f3b5a76fbe18" targetNamespace="http://schemas.microsoft.com/office/2006/metadata/properties" ma:root="true" ma:fieldsID="10db590ed95b2ffee3e6256a84fdd1fe" ns2:_="">
    <xsd:import namespace="9c0a7d2d-7062-49e7-8556-f3b5a76fbe1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0a7d2d-7062-49e7-8556-f3b5a76fbe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A0CF3B2-1F0F-4FC5-8002-3E4869ABAD5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CC24B9A-95A6-41AE-9C79-C409BCBC85F9}">
  <ds:schemaRefs>
    <ds:schemaRef ds:uri="9c0a7d2d-7062-49e7-8556-f3b5a76fbe1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EBC12AA-1C15-4500-BC9C-8EE83A441DE9}">
  <ds:schemaRefs>
    <ds:schemaRef ds:uri="9c0a7d2d-7062-49e7-8556-f3b5a76fbe1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9d1a5fc8-321e-4101-ae63-530730711ac2}" enabled="0" method="" siteId="{9d1a5fc8-321e-4101-ae63-530730711ac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Technologie, Design Dividende</Template>
  <TotalTime>0</TotalTime>
  <Words>873</Words>
  <Application>Microsoft Office PowerPoint</Application>
  <PresentationFormat>Widescreen</PresentationFormat>
  <Paragraphs>126</Paragraphs>
  <Slides>10</Slides>
  <Notes>8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Gill Sans MT</vt:lpstr>
      <vt:lpstr>Wingdings</vt:lpstr>
      <vt:lpstr>Wingdings 2</vt:lpstr>
      <vt:lpstr>Dividende</vt:lpstr>
      <vt:lpstr>Presentation</vt:lpstr>
      <vt:lpstr>Developer Setup</vt:lpstr>
      <vt:lpstr>Developer Setup – Architecture sketch</vt:lpstr>
      <vt:lpstr>Microservice architecture</vt:lpstr>
      <vt:lpstr>Deployments (CI/CD) - optional</vt:lpstr>
      <vt:lpstr>Process Workflow</vt:lpstr>
      <vt:lpstr>Expected Cost</vt:lpstr>
      <vt:lpstr>Pricing / Price Calculations Disaster Recovery setup </vt:lpstr>
      <vt:lpstr>Potential Improvements</vt:lpstr>
      <vt:lpstr>DEMO</vt:lpstr>
    </vt:vector>
  </TitlesOfParts>
  <Company>Zuehlke Engineering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Sven Cueni (s)</dc:creator>
  <cp:lastModifiedBy>Venkata Ramana Tella (s)</cp:lastModifiedBy>
  <cp:revision>3</cp:revision>
  <dcterms:created xsi:type="dcterms:W3CDTF">2025-05-12T15:42:28Z</dcterms:created>
  <dcterms:modified xsi:type="dcterms:W3CDTF">2026-03-12T18:31:17Z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0x01010021FFB0E19B81724490C451BB2F380B0A</vt:lpwstr>
  </property>
  <property fmtid="{D5CDD505-2E9C-101B-9397-08002B2CF9AE}" pid="3" name="MediaServiceImageTags">
    <vt:lpwstr/>
  </property>
</Properties>
</file>